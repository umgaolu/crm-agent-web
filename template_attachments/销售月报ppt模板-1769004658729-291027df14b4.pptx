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tags/tag27.xml" ContentType="application/vnd.openxmlformats-officedocument.presentationml.tags+xml"/>
  <Override PartName="/ppt/tags/tag270.xml" ContentType="application/vnd.openxmlformats-officedocument.presentationml.tags+xml"/>
  <Override PartName="/ppt/tags/tag271.xml" ContentType="application/vnd.openxmlformats-officedocument.presentationml.tags+xml"/>
  <Override PartName="/ppt/tags/tag272.xml" ContentType="application/vnd.openxmlformats-officedocument.presentationml.tags+xml"/>
  <Override PartName="/ppt/tags/tag273.xml" ContentType="application/vnd.openxmlformats-officedocument.presentationml.tags+xml"/>
  <Override PartName="/ppt/tags/tag274.xml" ContentType="application/vnd.openxmlformats-officedocument.presentationml.tags+xml"/>
  <Override PartName="/ppt/tags/tag275.xml" ContentType="application/vnd.openxmlformats-officedocument.presentationml.tags+xml"/>
  <Override PartName="/ppt/tags/tag276.xml" ContentType="application/vnd.openxmlformats-officedocument.presentationml.tags+xml"/>
  <Override PartName="/ppt/tags/tag277.xml" ContentType="application/vnd.openxmlformats-officedocument.presentationml.tags+xml"/>
  <Override PartName="/ppt/tags/tag278.xml" ContentType="application/vnd.openxmlformats-officedocument.presentationml.tags+xml"/>
  <Override PartName="/ppt/tags/tag279.xml" ContentType="application/vnd.openxmlformats-officedocument.presentationml.tags+xml"/>
  <Override PartName="/ppt/tags/tag28.xml" ContentType="application/vnd.openxmlformats-officedocument.presentationml.tags+xml"/>
  <Override PartName="/ppt/tags/tag280.xml" ContentType="application/vnd.openxmlformats-officedocument.presentationml.tags+xml"/>
  <Override PartName="/ppt/tags/tag281.xml" ContentType="application/vnd.openxmlformats-officedocument.presentationml.tags+xml"/>
  <Override PartName="/ppt/tags/tag282.xml" ContentType="application/vnd.openxmlformats-officedocument.presentationml.tags+xml"/>
  <Override PartName="/ppt/tags/tag283.xml" ContentType="application/vnd.openxmlformats-officedocument.presentationml.tags+xml"/>
  <Override PartName="/ppt/tags/tag284.xml" ContentType="application/vnd.openxmlformats-officedocument.presentationml.tags+xml"/>
  <Override PartName="/ppt/tags/tag285.xml" ContentType="application/vnd.openxmlformats-officedocument.presentationml.tags+xml"/>
  <Override PartName="/ppt/tags/tag286.xml" ContentType="application/vnd.openxmlformats-officedocument.presentationml.tags+xml"/>
  <Override PartName="/ppt/tags/tag287.xml" ContentType="application/vnd.openxmlformats-officedocument.presentationml.tags+xml"/>
  <Override PartName="/ppt/tags/tag288.xml" ContentType="application/vnd.openxmlformats-officedocument.presentationml.tags+xml"/>
  <Override PartName="/ppt/tags/tag289.xml" ContentType="application/vnd.openxmlformats-officedocument.presentationml.tags+xml"/>
  <Override PartName="/ppt/tags/tag29.xml" ContentType="application/vnd.openxmlformats-officedocument.presentationml.tags+xml"/>
  <Override PartName="/ppt/tags/tag290.xml" ContentType="application/vnd.openxmlformats-officedocument.presentationml.tags+xml"/>
  <Override PartName="/ppt/tags/tag291.xml" ContentType="application/vnd.openxmlformats-officedocument.presentationml.tags+xml"/>
  <Override PartName="/ppt/tags/tag292.xml" ContentType="application/vnd.openxmlformats-officedocument.presentationml.tags+xml"/>
  <Override PartName="/ppt/tags/tag293.xml" ContentType="application/vnd.openxmlformats-officedocument.presentationml.tags+xml"/>
  <Override PartName="/ppt/tags/tag294.xml" ContentType="application/vnd.openxmlformats-officedocument.presentationml.tags+xml"/>
  <Override PartName="/ppt/tags/tag295.xml" ContentType="application/vnd.openxmlformats-officedocument.presentationml.tags+xml"/>
  <Override PartName="/ppt/tags/tag296.xml" ContentType="application/vnd.openxmlformats-officedocument.presentationml.tags+xml"/>
  <Override PartName="/ppt/tags/tag297.xml" ContentType="application/vnd.openxmlformats-officedocument.presentationml.tags+xml"/>
  <Override PartName="/ppt/tags/tag298.xml" ContentType="application/vnd.openxmlformats-officedocument.presentationml.tags+xml"/>
  <Override PartName="/ppt/tags/tag29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00.xml" ContentType="application/vnd.openxmlformats-officedocument.presentationml.tags+xml"/>
  <Override PartName="/ppt/tags/tag301.xml" ContentType="application/vnd.openxmlformats-officedocument.presentationml.tags+xml"/>
  <Override PartName="/ppt/tags/tag302.xml" ContentType="application/vnd.openxmlformats-officedocument.presentationml.tags+xml"/>
  <Override PartName="/ppt/tags/tag303.xml" ContentType="application/vnd.openxmlformats-officedocument.presentationml.tags+xml"/>
  <Override PartName="/ppt/tags/tag304.xml" ContentType="application/vnd.openxmlformats-officedocument.presentationml.tags+xml"/>
  <Override PartName="/ppt/tags/tag305.xml" ContentType="application/vnd.openxmlformats-officedocument.presentationml.tags+xml"/>
  <Override PartName="/ppt/tags/tag306.xml" ContentType="application/vnd.openxmlformats-officedocument.presentationml.tags+xml"/>
  <Override PartName="/ppt/tags/tag307.xml" ContentType="application/vnd.openxmlformats-officedocument.presentationml.tags+xml"/>
  <Override PartName="/ppt/tags/tag308.xml" ContentType="application/vnd.openxmlformats-officedocument.presentationml.tags+xml"/>
  <Override PartName="/ppt/tags/tag309.xml" ContentType="application/vnd.openxmlformats-officedocument.presentationml.tags+xml"/>
  <Override PartName="/ppt/tags/tag31.xml" ContentType="application/vnd.openxmlformats-officedocument.presentationml.tags+xml"/>
  <Override PartName="/ppt/tags/tag310.xml" ContentType="application/vnd.openxmlformats-officedocument.presentationml.tags+xml"/>
  <Override PartName="/ppt/tags/tag311.xml" ContentType="application/vnd.openxmlformats-officedocument.presentationml.tags+xml"/>
  <Override PartName="/ppt/tags/tag312.xml" ContentType="application/vnd.openxmlformats-officedocument.presentationml.tags+xml"/>
  <Override PartName="/ppt/tags/tag313.xml" ContentType="application/vnd.openxmlformats-officedocument.presentationml.tags+xml"/>
  <Override PartName="/ppt/tags/tag314.xml" ContentType="application/vnd.openxmlformats-officedocument.presentationml.tags+xml"/>
  <Override PartName="/ppt/tags/tag315.xml" ContentType="application/vnd.openxmlformats-officedocument.presentationml.tags+xml"/>
  <Override PartName="/ppt/tags/tag316.xml" ContentType="application/vnd.openxmlformats-officedocument.presentationml.tags+xml"/>
  <Override PartName="/ppt/tags/tag317.xml" ContentType="application/vnd.openxmlformats-officedocument.presentationml.tags+xml"/>
  <Override PartName="/ppt/tags/tag318.xml" ContentType="application/vnd.openxmlformats-officedocument.presentationml.tags+xml"/>
  <Override PartName="/ppt/tags/tag319.xml" ContentType="application/vnd.openxmlformats-officedocument.presentationml.tags+xml"/>
  <Override PartName="/ppt/tags/tag32.xml" ContentType="application/vnd.openxmlformats-officedocument.presentationml.tags+xml"/>
  <Override PartName="/ppt/tags/tag320.xml" ContentType="application/vnd.openxmlformats-officedocument.presentationml.tags+xml"/>
  <Override PartName="/ppt/tags/tag321.xml" ContentType="application/vnd.openxmlformats-officedocument.presentationml.tags+xml"/>
  <Override PartName="/ppt/tags/tag322.xml" ContentType="application/vnd.openxmlformats-officedocument.presentationml.tags+xml"/>
  <Override PartName="/ppt/tags/tag323.xml" ContentType="application/vnd.openxmlformats-officedocument.presentationml.tags+xml"/>
  <Override PartName="/ppt/tags/tag324.xml" ContentType="application/vnd.openxmlformats-officedocument.presentationml.tags+xml"/>
  <Override PartName="/ppt/tags/tag325.xml" ContentType="application/vnd.openxmlformats-officedocument.presentationml.tags+xml"/>
  <Override PartName="/ppt/tags/tag326.xml" ContentType="application/vnd.openxmlformats-officedocument.presentationml.tags+xml"/>
  <Override PartName="/ppt/tags/tag327.xml" ContentType="application/vnd.openxmlformats-officedocument.presentationml.tags+xml"/>
  <Override PartName="/ppt/tags/tag328.xml" ContentType="application/vnd.openxmlformats-officedocument.presentationml.tags+xml"/>
  <Override PartName="/ppt/tags/tag329.xml" ContentType="application/vnd.openxmlformats-officedocument.presentationml.tags+xml"/>
  <Override PartName="/ppt/tags/tag33.xml" ContentType="application/vnd.openxmlformats-officedocument.presentationml.tags+xml"/>
  <Override PartName="/ppt/tags/tag330.xml" ContentType="application/vnd.openxmlformats-officedocument.presentationml.tags+xml"/>
  <Override PartName="/ppt/tags/tag331.xml" ContentType="application/vnd.openxmlformats-officedocument.presentationml.tags+xml"/>
  <Override PartName="/ppt/tags/tag332.xml" ContentType="application/vnd.openxmlformats-officedocument.presentationml.tags+xml"/>
  <Override PartName="/ppt/tags/tag333.xml" ContentType="application/vnd.openxmlformats-officedocument.presentationml.tags+xml"/>
  <Override PartName="/ppt/tags/tag334.xml" ContentType="application/vnd.openxmlformats-officedocument.presentationml.tags+xml"/>
  <Override PartName="/ppt/tags/tag335.xml" ContentType="application/vnd.openxmlformats-officedocument.presentationml.tags+xml"/>
  <Override PartName="/ppt/tags/tag336.xml" ContentType="application/vnd.openxmlformats-officedocument.presentationml.tags+xml"/>
  <Override PartName="/ppt/tags/tag337.xml" ContentType="application/vnd.openxmlformats-officedocument.presentationml.tags+xml"/>
  <Override PartName="/ppt/tags/tag338.xml" ContentType="application/vnd.openxmlformats-officedocument.presentationml.tags+xml"/>
  <Override PartName="/ppt/tags/tag339.xml" ContentType="application/vnd.openxmlformats-officedocument.presentationml.tags+xml"/>
  <Override PartName="/ppt/tags/tag34.xml" ContentType="application/vnd.openxmlformats-officedocument.presentationml.tags+xml"/>
  <Override PartName="/ppt/tags/tag340.xml" ContentType="application/vnd.openxmlformats-officedocument.presentationml.tags+xml"/>
  <Override PartName="/ppt/tags/tag341.xml" ContentType="application/vnd.openxmlformats-officedocument.presentationml.tags+xml"/>
  <Override PartName="/ppt/tags/tag342.xml" ContentType="application/vnd.openxmlformats-officedocument.presentationml.tags+xml"/>
  <Override PartName="/ppt/tags/tag343.xml" ContentType="application/vnd.openxmlformats-officedocument.presentationml.tags+xml"/>
  <Override PartName="/ppt/tags/tag344.xml" ContentType="application/vnd.openxmlformats-officedocument.presentationml.tags+xml"/>
  <Override PartName="/ppt/tags/tag345.xml" ContentType="application/vnd.openxmlformats-officedocument.presentationml.tags+xml"/>
  <Override PartName="/ppt/tags/tag346.xml" ContentType="application/vnd.openxmlformats-officedocument.presentationml.tags+xml"/>
  <Override PartName="/ppt/tags/tag347.xml" ContentType="application/vnd.openxmlformats-officedocument.presentationml.tags+xml"/>
  <Override PartName="/ppt/tags/tag348.xml" ContentType="application/vnd.openxmlformats-officedocument.presentationml.tags+xml"/>
  <Override PartName="/ppt/tags/tag349.xml" ContentType="application/vnd.openxmlformats-officedocument.presentationml.tags+xml"/>
  <Override PartName="/ppt/tags/tag35.xml" ContentType="application/vnd.openxmlformats-officedocument.presentationml.tags+xml"/>
  <Override PartName="/ppt/tags/tag350.xml" ContentType="application/vnd.openxmlformats-officedocument.presentationml.tags+xml"/>
  <Override PartName="/ppt/tags/tag351.xml" ContentType="application/vnd.openxmlformats-officedocument.presentationml.tags+xml"/>
  <Override PartName="/ppt/tags/tag352.xml" ContentType="application/vnd.openxmlformats-officedocument.presentationml.tags+xml"/>
  <Override PartName="/ppt/tags/tag353.xml" ContentType="application/vnd.openxmlformats-officedocument.presentationml.tags+xml"/>
  <Override PartName="/ppt/tags/tag354.xml" ContentType="application/vnd.openxmlformats-officedocument.presentationml.tags+xml"/>
  <Override PartName="/ppt/tags/tag355.xml" ContentType="application/vnd.openxmlformats-officedocument.presentationml.tags+xml"/>
  <Override PartName="/ppt/tags/tag356.xml" ContentType="application/vnd.openxmlformats-officedocument.presentationml.tags+xml"/>
  <Override PartName="/ppt/tags/tag357.xml" ContentType="application/vnd.openxmlformats-officedocument.presentationml.tags+xml"/>
  <Override PartName="/ppt/tags/tag358.xml" ContentType="application/vnd.openxmlformats-officedocument.presentationml.tags+xml"/>
  <Override PartName="/ppt/tags/tag359.xml" ContentType="application/vnd.openxmlformats-officedocument.presentationml.tags+xml"/>
  <Override PartName="/ppt/tags/tag36.xml" ContentType="application/vnd.openxmlformats-officedocument.presentationml.tags+xml"/>
  <Override PartName="/ppt/tags/tag360.xml" ContentType="application/vnd.openxmlformats-officedocument.presentationml.tags+xml"/>
  <Override PartName="/ppt/tags/tag361.xml" ContentType="application/vnd.openxmlformats-officedocument.presentationml.tags+xml"/>
  <Override PartName="/ppt/tags/tag362.xml" ContentType="application/vnd.openxmlformats-officedocument.presentationml.tags+xml"/>
  <Override PartName="/ppt/tags/tag363.xml" ContentType="application/vnd.openxmlformats-officedocument.presentationml.tags+xml"/>
  <Override PartName="/ppt/tags/tag364.xml" ContentType="application/vnd.openxmlformats-officedocument.presentationml.tags+xml"/>
  <Override PartName="/ppt/tags/tag365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0"/>
  </p:notesMasterIdLst>
  <p:handoutMasterIdLst>
    <p:handoutMasterId r:id="rId11"/>
  </p:handoutMasterIdLst>
  <p:sldIdLst>
    <p:sldId id="257" r:id="rId3"/>
    <p:sldId id="258" r:id="rId4"/>
    <p:sldId id="259" r:id="rId5"/>
    <p:sldId id="261" r:id="rId6"/>
    <p:sldId id="267" r:id="rId7"/>
    <p:sldId id="270" r:id="rId8"/>
    <p:sldId id="277" r:id="rId9"/>
  </p:sldIdLst>
  <p:sldSz cx="12192000" cy="6858000"/>
  <p:notesSz cx="7103745" cy="10234295"/>
  <p:custDataLst>
    <p:tags r:id="rId15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76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2B2B2"/>
    <a:srgbClr val="202020"/>
    <a:srgbClr val="323232"/>
    <a:srgbClr val="CC3300"/>
    <a:srgbClr val="CC0000"/>
    <a:srgbClr val="FF3300"/>
    <a:srgbClr val="990000"/>
    <a:srgbClr val="FF8D41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278" autoAdjust="0"/>
    <p:restoredTop sz="94660"/>
  </p:normalViewPr>
  <p:slideViewPr>
    <p:cSldViewPr snapToGrid="0" showGuides="1">
      <p:cViewPr varScale="1">
        <p:scale>
          <a:sx n="75" d="100"/>
          <a:sy n="75" d="100"/>
        </p:scale>
        <p:origin x="90" y="96"/>
      </p:cViewPr>
      <p:guideLst>
        <p:guide orient="horz" pos="2176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0" cy="720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5" Type="http://schemas.openxmlformats.org/officeDocument/2006/relationships/tags" Target="tags/tag365.xml"/><Relationship Id="rId14" Type="http://schemas.openxmlformats.org/officeDocument/2006/relationships/tableStyles" Target="tableStyles.xml"/><Relationship Id="rId13" Type="http://schemas.openxmlformats.org/officeDocument/2006/relationships/viewProps" Target="viewProps.xml"/><Relationship Id="rId12" Type="http://schemas.openxmlformats.org/officeDocument/2006/relationships/presProps" Target="presProps.xml"/><Relationship Id="rId11" Type="http://schemas.openxmlformats.org/officeDocument/2006/relationships/handoutMaster" Target="handoutMasters/handoutMaster1.xml"/><Relationship Id="rId1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45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45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C8D182-E4C8-4120-9249-FC9774456FF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9" Type="http://schemas.openxmlformats.org/officeDocument/2006/relationships/tags" Target="../tags/tag7.xml"/><Relationship Id="rId8" Type="http://schemas.openxmlformats.org/officeDocument/2006/relationships/tags" Target="../tags/tag6.xml"/><Relationship Id="rId7" Type="http://schemas.openxmlformats.org/officeDocument/2006/relationships/tags" Target="../tags/tag5.xml"/><Relationship Id="rId6" Type="http://schemas.openxmlformats.org/officeDocument/2006/relationships/tags" Target="../tags/tag4.xml"/><Relationship Id="rId5" Type="http://schemas.openxmlformats.org/officeDocument/2006/relationships/tags" Target="../tags/tag3.xml"/><Relationship Id="rId4" Type="http://schemas.openxmlformats.org/officeDocument/2006/relationships/tags" Target="../tags/tag2.xml"/><Relationship Id="rId3" Type="http://schemas.openxmlformats.org/officeDocument/2006/relationships/image" Target="../media/image1.jpeg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9" Type="http://schemas.openxmlformats.org/officeDocument/2006/relationships/tags" Target="../tags/tag14.xml"/><Relationship Id="rId8" Type="http://schemas.openxmlformats.org/officeDocument/2006/relationships/tags" Target="../tags/tag13.xml"/><Relationship Id="rId7" Type="http://schemas.openxmlformats.org/officeDocument/2006/relationships/tags" Target="../tags/tag12.xml"/><Relationship Id="rId6" Type="http://schemas.openxmlformats.org/officeDocument/2006/relationships/tags" Target="../tags/tag11.xml"/><Relationship Id="rId5" Type="http://schemas.openxmlformats.org/officeDocument/2006/relationships/tags" Target="../tags/tag10.xml"/><Relationship Id="rId4" Type="http://schemas.openxmlformats.org/officeDocument/2006/relationships/tags" Target="../tags/tag9.xml"/><Relationship Id="rId3" Type="http://schemas.openxmlformats.org/officeDocument/2006/relationships/image" Target="../media/image1.jpeg"/><Relationship Id="rId2" Type="http://schemas.openxmlformats.org/officeDocument/2006/relationships/tags" Target="../tags/tag8.xml"/><Relationship Id="rId10" Type="http://schemas.openxmlformats.org/officeDocument/2006/relationships/tags" Target="../tags/tag15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6" Type="http://schemas.openxmlformats.org/officeDocument/2006/relationships/tags" Target="../tags/tag45.xml"/><Relationship Id="rId5" Type="http://schemas.openxmlformats.org/officeDocument/2006/relationships/tags" Target="../tags/tag44.xml"/><Relationship Id="rId4" Type="http://schemas.openxmlformats.org/officeDocument/2006/relationships/tags" Target="../tags/tag43.xml"/><Relationship Id="rId3" Type="http://schemas.openxmlformats.org/officeDocument/2006/relationships/tags" Target="../tags/tag42.xml"/><Relationship Id="rId2" Type="http://schemas.openxmlformats.org/officeDocument/2006/relationships/tags" Target="../tags/tag41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8" Type="http://schemas.openxmlformats.org/officeDocument/2006/relationships/tags" Target="../tags/tag51.xml"/><Relationship Id="rId7" Type="http://schemas.openxmlformats.org/officeDocument/2006/relationships/tags" Target="../tags/tag50.xml"/><Relationship Id="rId6" Type="http://schemas.openxmlformats.org/officeDocument/2006/relationships/tags" Target="../tags/tag49.xml"/><Relationship Id="rId5" Type="http://schemas.openxmlformats.org/officeDocument/2006/relationships/tags" Target="../tags/tag48.xml"/><Relationship Id="rId4" Type="http://schemas.openxmlformats.org/officeDocument/2006/relationships/tags" Target="../tags/tag47.xml"/><Relationship Id="rId3" Type="http://schemas.openxmlformats.org/officeDocument/2006/relationships/image" Target="../media/image1.jpeg"/><Relationship Id="rId2" Type="http://schemas.openxmlformats.org/officeDocument/2006/relationships/tags" Target="../tags/tag46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7" Type="http://schemas.openxmlformats.org/officeDocument/2006/relationships/tags" Target="../tags/tag56.xml"/><Relationship Id="rId6" Type="http://schemas.openxmlformats.org/officeDocument/2006/relationships/tags" Target="../tags/tag55.xml"/><Relationship Id="rId5" Type="http://schemas.openxmlformats.org/officeDocument/2006/relationships/tags" Target="../tags/tag54.xml"/><Relationship Id="rId4" Type="http://schemas.openxmlformats.org/officeDocument/2006/relationships/tags" Target="../tags/tag53.xml"/><Relationship Id="rId3" Type="http://schemas.openxmlformats.org/officeDocument/2006/relationships/image" Target="../media/image1.jpeg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7" Type="http://schemas.openxmlformats.org/officeDocument/2006/relationships/tags" Target="../tags/tag61.xml"/><Relationship Id="rId6" Type="http://schemas.openxmlformats.org/officeDocument/2006/relationships/tags" Target="../tags/tag60.xml"/><Relationship Id="rId5" Type="http://schemas.openxmlformats.org/officeDocument/2006/relationships/tags" Target="../tags/tag59.xml"/><Relationship Id="rId4" Type="http://schemas.openxmlformats.org/officeDocument/2006/relationships/tags" Target="../tags/tag58.xml"/><Relationship Id="rId3" Type="http://schemas.openxmlformats.org/officeDocument/2006/relationships/image" Target="../media/image1.jpeg"/><Relationship Id="rId2" Type="http://schemas.openxmlformats.org/officeDocument/2006/relationships/tags" Target="../tags/tag57.xml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9" Type="http://schemas.openxmlformats.org/officeDocument/2006/relationships/tags" Target="../tags/tag68.xml"/><Relationship Id="rId8" Type="http://schemas.openxmlformats.org/officeDocument/2006/relationships/tags" Target="../tags/tag67.xml"/><Relationship Id="rId7" Type="http://schemas.openxmlformats.org/officeDocument/2006/relationships/tags" Target="../tags/tag66.xml"/><Relationship Id="rId6" Type="http://schemas.openxmlformats.org/officeDocument/2006/relationships/tags" Target="../tags/tag65.xml"/><Relationship Id="rId5" Type="http://schemas.openxmlformats.org/officeDocument/2006/relationships/tags" Target="../tags/tag64.xml"/><Relationship Id="rId4" Type="http://schemas.openxmlformats.org/officeDocument/2006/relationships/tags" Target="../tags/tag63.xml"/><Relationship Id="rId3" Type="http://schemas.openxmlformats.org/officeDocument/2006/relationships/image" Target="../media/image1.jpeg"/><Relationship Id="rId21" Type="http://schemas.openxmlformats.org/officeDocument/2006/relationships/tags" Target="../tags/tag80.xml"/><Relationship Id="rId20" Type="http://schemas.openxmlformats.org/officeDocument/2006/relationships/tags" Target="../tags/tag79.xml"/><Relationship Id="rId2" Type="http://schemas.openxmlformats.org/officeDocument/2006/relationships/tags" Target="../tags/tag62.xml"/><Relationship Id="rId19" Type="http://schemas.openxmlformats.org/officeDocument/2006/relationships/tags" Target="../tags/tag78.xml"/><Relationship Id="rId18" Type="http://schemas.openxmlformats.org/officeDocument/2006/relationships/tags" Target="../tags/tag77.xml"/><Relationship Id="rId17" Type="http://schemas.openxmlformats.org/officeDocument/2006/relationships/tags" Target="../tags/tag76.xml"/><Relationship Id="rId16" Type="http://schemas.openxmlformats.org/officeDocument/2006/relationships/tags" Target="../tags/tag75.xml"/><Relationship Id="rId15" Type="http://schemas.openxmlformats.org/officeDocument/2006/relationships/tags" Target="../tags/tag74.xml"/><Relationship Id="rId14" Type="http://schemas.openxmlformats.org/officeDocument/2006/relationships/tags" Target="../tags/tag73.xml"/><Relationship Id="rId13" Type="http://schemas.openxmlformats.org/officeDocument/2006/relationships/tags" Target="../tags/tag72.xml"/><Relationship Id="rId12" Type="http://schemas.openxmlformats.org/officeDocument/2006/relationships/tags" Target="../tags/tag71.xml"/><Relationship Id="rId11" Type="http://schemas.openxmlformats.org/officeDocument/2006/relationships/tags" Target="../tags/tag70.xml"/><Relationship Id="rId10" Type="http://schemas.openxmlformats.org/officeDocument/2006/relationships/tags" Target="../tags/tag69.xml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9" Type="http://schemas.openxmlformats.org/officeDocument/2006/relationships/tags" Target="../tags/tag87.xml"/><Relationship Id="rId8" Type="http://schemas.openxmlformats.org/officeDocument/2006/relationships/tags" Target="../tags/tag86.xml"/><Relationship Id="rId7" Type="http://schemas.openxmlformats.org/officeDocument/2006/relationships/tags" Target="../tags/tag85.xml"/><Relationship Id="rId6" Type="http://schemas.openxmlformats.org/officeDocument/2006/relationships/tags" Target="../tags/tag84.xml"/><Relationship Id="rId5" Type="http://schemas.openxmlformats.org/officeDocument/2006/relationships/tags" Target="../tags/tag83.xml"/><Relationship Id="rId4" Type="http://schemas.openxmlformats.org/officeDocument/2006/relationships/tags" Target="../tags/tag82.xml"/><Relationship Id="rId3" Type="http://schemas.openxmlformats.org/officeDocument/2006/relationships/image" Target="../media/image1.jpeg"/><Relationship Id="rId24" Type="http://schemas.openxmlformats.org/officeDocument/2006/relationships/tags" Target="../tags/tag102.xml"/><Relationship Id="rId23" Type="http://schemas.openxmlformats.org/officeDocument/2006/relationships/tags" Target="../tags/tag101.xml"/><Relationship Id="rId22" Type="http://schemas.openxmlformats.org/officeDocument/2006/relationships/tags" Target="../tags/tag100.xml"/><Relationship Id="rId21" Type="http://schemas.openxmlformats.org/officeDocument/2006/relationships/tags" Target="../tags/tag99.xml"/><Relationship Id="rId20" Type="http://schemas.openxmlformats.org/officeDocument/2006/relationships/tags" Target="../tags/tag98.xml"/><Relationship Id="rId2" Type="http://schemas.openxmlformats.org/officeDocument/2006/relationships/tags" Target="../tags/tag81.xml"/><Relationship Id="rId19" Type="http://schemas.openxmlformats.org/officeDocument/2006/relationships/tags" Target="../tags/tag97.xml"/><Relationship Id="rId18" Type="http://schemas.openxmlformats.org/officeDocument/2006/relationships/tags" Target="../tags/tag96.xml"/><Relationship Id="rId17" Type="http://schemas.openxmlformats.org/officeDocument/2006/relationships/tags" Target="../tags/tag95.xml"/><Relationship Id="rId16" Type="http://schemas.openxmlformats.org/officeDocument/2006/relationships/tags" Target="../tags/tag94.xml"/><Relationship Id="rId15" Type="http://schemas.openxmlformats.org/officeDocument/2006/relationships/tags" Target="../tags/tag93.xml"/><Relationship Id="rId14" Type="http://schemas.openxmlformats.org/officeDocument/2006/relationships/tags" Target="../tags/tag92.xml"/><Relationship Id="rId13" Type="http://schemas.openxmlformats.org/officeDocument/2006/relationships/tags" Target="../tags/tag91.xml"/><Relationship Id="rId12" Type="http://schemas.openxmlformats.org/officeDocument/2006/relationships/tags" Target="../tags/tag90.xml"/><Relationship Id="rId11" Type="http://schemas.openxmlformats.org/officeDocument/2006/relationships/tags" Target="../tags/tag89.xml"/><Relationship Id="rId10" Type="http://schemas.openxmlformats.org/officeDocument/2006/relationships/tags" Target="../tags/tag88.xml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9" Type="http://schemas.openxmlformats.org/officeDocument/2006/relationships/tags" Target="../tags/tag109.xml"/><Relationship Id="rId8" Type="http://schemas.openxmlformats.org/officeDocument/2006/relationships/tags" Target="../tags/tag108.xml"/><Relationship Id="rId7" Type="http://schemas.openxmlformats.org/officeDocument/2006/relationships/tags" Target="../tags/tag107.xml"/><Relationship Id="rId6" Type="http://schemas.openxmlformats.org/officeDocument/2006/relationships/tags" Target="../tags/tag106.xml"/><Relationship Id="rId5" Type="http://schemas.openxmlformats.org/officeDocument/2006/relationships/tags" Target="../tags/tag105.xml"/><Relationship Id="rId4" Type="http://schemas.openxmlformats.org/officeDocument/2006/relationships/tags" Target="../tags/tag104.xml"/><Relationship Id="rId3" Type="http://schemas.openxmlformats.org/officeDocument/2006/relationships/image" Target="../media/image1.jpeg"/><Relationship Id="rId2" Type="http://schemas.openxmlformats.org/officeDocument/2006/relationships/tags" Target="../tags/tag103.xml"/><Relationship Id="rId18" Type="http://schemas.openxmlformats.org/officeDocument/2006/relationships/tags" Target="../tags/tag118.xml"/><Relationship Id="rId17" Type="http://schemas.openxmlformats.org/officeDocument/2006/relationships/tags" Target="../tags/tag117.xml"/><Relationship Id="rId16" Type="http://schemas.openxmlformats.org/officeDocument/2006/relationships/tags" Target="../tags/tag116.xml"/><Relationship Id="rId15" Type="http://schemas.openxmlformats.org/officeDocument/2006/relationships/tags" Target="../tags/tag115.xml"/><Relationship Id="rId14" Type="http://schemas.openxmlformats.org/officeDocument/2006/relationships/tags" Target="../tags/tag114.xml"/><Relationship Id="rId13" Type="http://schemas.openxmlformats.org/officeDocument/2006/relationships/tags" Target="../tags/tag113.xml"/><Relationship Id="rId12" Type="http://schemas.openxmlformats.org/officeDocument/2006/relationships/tags" Target="../tags/tag112.xml"/><Relationship Id="rId11" Type="http://schemas.openxmlformats.org/officeDocument/2006/relationships/tags" Target="../tags/tag111.xml"/><Relationship Id="rId10" Type="http://schemas.openxmlformats.org/officeDocument/2006/relationships/tags" Target="../tags/tag110.xml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9" Type="http://schemas.openxmlformats.org/officeDocument/2006/relationships/tags" Target="../tags/tag125.xml"/><Relationship Id="rId8" Type="http://schemas.openxmlformats.org/officeDocument/2006/relationships/tags" Target="../tags/tag124.xml"/><Relationship Id="rId7" Type="http://schemas.openxmlformats.org/officeDocument/2006/relationships/tags" Target="../tags/tag123.xml"/><Relationship Id="rId6" Type="http://schemas.openxmlformats.org/officeDocument/2006/relationships/tags" Target="../tags/tag122.xml"/><Relationship Id="rId5" Type="http://schemas.openxmlformats.org/officeDocument/2006/relationships/tags" Target="../tags/tag121.xml"/><Relationship Id="rId4" Type="http://schemas.openxmlformats.org/officeDocument/2006/relationships/tags" Target="../tags/tag120.xml"/><Relationship Id="rId3" Type="http://schemas.openxmlformats.org/officeDocument/2006/relationships/image" Target="../media/image1.jpeg"/><Relationship Id="rId2" Type="http://schemas.openxmlformats.org/officeDocument/2006/relationships/tags" Target="../tags/tag119.xml"/><Relationship Id="rId16" Type="http://schemas.openxmlformats.org/officeDocument/2006/relationships/tags" Target="../tags/tag132.xml"/><Relationship Id="rId15" Type="http://schemas.openxmlformats.org/officeDocument/2006/relationships/tags" Target="../tags/tag131.xml"/><Relationship Id="rId14" Type="http://schemas.openxmlformats.org/officeDocument/2006/relationships/tags" Target="../tags/tag130.xml"/><Relationship Id="rId13" Type="http://schemas.openxmlformats.org/officeDocument/2006/relationships/tags" Target="../tags/tag129.xml"/><Relationship Id="rId12" Type="http://schemas.openxmlformats.org/officeDocument/2006/relationships/tags" Target="../tags/tag128.xml"/><Relationship Id="rId11" Type="http://schemas.openxmlformats.org/officeDocument/2006/relationships/tags" Target="../tags/tag127.xml"/><Relationship Id="rId10" Type="http://schemas.openxmlformats.org/officeDocument/2006/relationships/tags" Target="../tags/tag126.xml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9" Type="http://schemas.openxmlformats.org/officeDocument/2006/relationships/tags" Target="../tags/tag139.xml"/><Relationship Id="rId8" Type="http://schemas.openxmlformats.org/officeDocument/2006/relationships/tags" Target="../tags/tag138.xml"/><Relationship Id="rId7" Type="http://schemas.openxmlformats.org/officeDocument/2006/relationships/tags" Target="../tags/tag137.xml"/><Relationship Id="rId6" Type="http://schemas.openxmlformats.org/officeDocument/2006/relationships/tags" Target="../tags/tag136.xml"/><Relationship Id="rId5" Type="http://schemas.openxmlformats.org/officeDocument/2006/relationships/tags" Target="../tags/tag135.xml"/><Relationship Id="rId4" Type="http://schemas.openxmlformats.org/officeDocument/2006/relationships/tags" Target="../tags/tag134.xml"/><Relationship Id="rId3" Type="http://schemas.openxmlformats.org/officeDocument/2006/relationships/image" Target="../media/image1.jpeg"/><Relationship Id="rId2" Type="http://schemas.openxmlformats.org/officeDocument/2006/relationships/tags" Target="../tags/tag133.xml"/><Relationship Id="rId16" Type="http://schemas.openxmlformats.org/officeDocument/2006/relationships/tags" Target="../tags/tag146.xml"/><Relationship Id="rId15" Type="http://schemas.openxmlformats.org/officeDocument/2006/relationships/tags" Target="../tags/tag145.xml"/><Relationship Id="rId14" Type="http://schemas.openxmlformats.org/officeDocument/2006/relationships/tags" Target="../tags/tag144.xml"/><Relationship Id="rId13" Type="http://schemas.openxmlformats.org/officeDocument/2006/relationships/tags" Target="../tags/tag143.xml"/><Relationship Id="rId12" Type="http://schemas.openxmlformats.org/officeDocument/2006/relationships/tags" Target="../tags/tag142.xml"/><Relationship Id="rId11" Type="http://schemas.openxmlformats.org/officeDocument/2006/relationships/tags" Target="../tags/tag141.xml"/><Relationship Id="rId10" Type="http://schemas.openxmlformats.org/officeDocument/2006/relationships/tags" Target="../tags/tag140.xml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9" Type="http://schemas.openxmlformats.org/officeDocument/2006/relationships/tags" Target="../tags/tag153.xml"/><Relationship Id="rId8" Type="http://schemas.openxmlformats.org/officeDocument/2006/relationships/tags" Target="../tags/tag152.xml"/><Relationship Id="rId7" Type="http://schemas.openxmlformats.org/officeDocument/2006/relationships/tags" Target="../tags/tag151.xml"/><Relationship Id="rId6" Type="http://schemas.openxmlformats.org/officeDocument/2006/relationships/tags" Target="../tags/tag150.xml"/><Relationship Id="rId5" Type="http://schemas.openxmlformats.org/officeDocument/2006/relationships/tags" Target="../tags/tag149.xml"/><Relationship Id="rId4" Type="http://schemas.openxmlformats.org/officeDocument/2006/relationships/tags" Target="../tags/tag148.xml"/><Relationship Id="rId3" Type="http://schemas.openxmlformats.org/officeDocument/2006/relationships/image" Target="../media/image1.jpeg"/><Relationship Id="rId20" Type="http://schemas.openxmlformats.org/officeDocument/2006/relationships/tags" Target="../tags/tag164.xml"/><Relationship Id="rId2" Type="http://schemas.openxmlformats.org/officeDocument/2006/relationships/tags" Target="../tags/tag147.xml"/><Relationship Id="rId19" Type="http://schemas.openxmlformats.org/officeDocument/2006/relationships/tags" Target="../tags/tag163.xml"/><Relationship Id="rId18" Type="http://schemas.openxmlformats.org/officeDocument/2006/relationships/tags" Target="../tags/tag162.xml"/><Relationship Id="rId17" Type="http://schemas.openxmlformats.org/officeDocument/2006/relationships/tags" Target="../tags/tag161.xml"/><Relationship Id="rId16" Type="http://schemas.openxmlformats.org/officeDocument/2006/relationships/tags" Target="../tags/tag160.xml"/><Relationship Id="rId15" Type="http://schemas.openxmlformats.org/officeDocument/2006/relationships/tags" Target="../tags/tag159.xml"/><Relationship Id="rId14" Type="http://schemas.openxmlformats.org/officeDocument/2006/relationships/tags" Target="../tags/tag158.xml"/><Relationship Id="rId13" Type="http://schemas.openxmlformats.org/officeDocument/2006/relationships/tags" Target="../tags/tag157.xml"/><Relationship Id="rId12" Type="http://schemas.openxmlformats.org/officeDocument/2006/relationships/tags" Target="../tags/tag156.xml"/><Relationship Id="rId11" Type="http://schemas.openxmlformats.org/officeDocument/2006/relationships/tags" Target="../tags/tag155.xml"/><Relationship Id="rId10" Type="http://schemas.openxmlformats.org/officeDocument/2006/relationships/tags" Target="../tags/tag154.xml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9" Type="http://schemas.openxmlformats.org/officeDocument/2006/relationships/tags" Target="../tags/tag171.xml"/><Relationship Id="rId8" Type="http://schemas.openxmlformats.org/officeDocument/2006/relationships/tags" Target="../tags/tag170.xml"/><Relationship Id="rId7" Type="http://schemas.openxmlformats.org/officeDocument/2006/relationships/tags" Target="../tags/tag169.xml"/><Relationship Id="rId6" Type="http://schemas.openxmlformats.org/officeDocument/2006/relationships/tags" Target="../tags/tag168.xml"/><Relationship Id="rId5" Type="http://schemas.openxmlformats.org/officeDocument/2006/relationships/tags" Target="../tags/tag167.xml"/><Relationship Id="rId4" Type="http://schemas.openxmlformats.org/officeDocument/2006/relationships/tags" Target="../tags/tag166.xml"/><Relationship Id="rId3" Type="http://schemas.openxmlformats.org/officeDocument/2006/relationships/image" Target="../media/image1.jpeg"/><Relationship Id="rId2" Type="http://schemas.openxmlformats.org/officeDocument/2006/relationships/tags" Target="../tags/tag165.xml"/><Relationship Id="rId17" Type="http://schemas.openxmlformats.org/officeDocument/2006/relationships/tags" Target="../tags/tag179.xml"/><Relationship Id="rId16" Type="http://schemas.openxmlformats.org/officeDocument/2006/relationships/tags" Target="../tags/tag178.xml"/><Relationship Id="rId15" Type="http://schemas.openxmlformats.org/officeDocument/2006/relationships/tags" Target="../tags/tag177.xml"/><Relationship Id="rId14" Type="http://schemas.openxmlformats.org/officeDocument/2006/relationships/tags" Target="../tags/tag176.xml"/><Relationship Id="rId13" Type="http://schemas.openxmlformats.org/officeDocument/2006/relationships/tags" Target="../tags/tag175.xml"/><Relationship Id="rId12" Type="http://schemas.openxmlformats.org/officeDocument/2006/relationships/tags" Target="../tags/tag174.xml"/><Relationship Id="rId11" Type="http://schemas.openxmlformats.org/officeDocument/2006/relationships/tags" Target="../tags/tag173.xml"/><Relationship Id="rId10" Type="http://schemas.openxmlformats.org/officeDocument/2006/relationships/tags" Target="../tags/tag172.xml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9" Type="http://schemas.openxmlformats.org/officeDocument/2006/relationships/tags" Target="../tags/tag186.xml"/><Relationship Id="rId8" Type="http://schemas.openxmlformats.org/officeDocument/2006/relationships/tags" Target="../tags/tag185.xml"/><Relationship Id="rId7" Type="http://schemas.openxmlformats.org/officeDocument/2006/relationships/tags" Target="../tags/tag184.xml"/><Relationship Id="rId6" Type="http://schemas.openxmlformats.org/officeDocument/2006/relationships/tags" Target="../tags/tag183.xml"/><Relationship Id="rId5" Type="http://schemas.openxmlformats.org/officeDocument/2006/relationships/tags" Target="../tags/tag182.xml"/><Relationship Id="rId4" Type="http://schemas.openxmlformats.org/officeDocument/2006/relationships/tags" Target="../tags/tag181.xml"/><Relationship Id="rId3" Type="http://schemas.openxmlformats.org/officeDocument/2006/relationships/image" Target="../media/image1.jpeg"/><Relationship Id="rId21" Type="http://schemas.openxmlformats.org/officeDocument/2006/relationships/tags" Target="../tags/tag198.xml"/><Relationship Id="rId20" Type="http://schemas.openxmlformats.org/officeDocument/2006/relationships/tags" Target="../tags/tag197.xml"/><Relationship Id="rId2" Type="http://schemas.openxmlformats.org/officeDocument/2006/relationships/tags" Target="../tags/tag180.xml"/><Relationship Id="rId19" Type="http://schemas.openxmlformats.org/officeDocument/2006/relationships/tags" Target="../tags/tag196.xml"/><Relationship Id="rId18" Type="http://schemas.openxmlformats.org/officeDocument/2006/relationships/tags" Target="../tags/tag195.xml"/><Relationship Id="rId17" Type="http://schemas.openxmlformats.org/officeDocument/2006/relationships/tags" Target="../tags/tag194.xml"/><Relationship Id="rId16" Type="http://schemas.openxmlformats.org/officeDocument/2006/relationships/tags" Target="../tags/tag193.xml"/><Relationship Id="rId15" Type="http://schemas.openxmlformats.org/officeDocument/2006/relationships/tags" Target="../tags/tag192.xml"/><Relationship Id="rId14" Type="http://schemas.openxmlformats.org/officeDocument/2006/relationships/tags" Target="../tags/tag191.xml"/><Relationship Id="rId13" Type="http://schemas.openxmlformats.org/officeDocument/2006/relationships/tags" Target="../tags/tag190.xml"/><Relationship Id="rId12" Type="http://schemas.openxmlformats.org/officeDocument/2006/relationships/tags" Target="../tags/tag189.xml"/><Relationship Id="rId11" Type="http://schemas.openxmlformats.org/officeDocument/2006/relationships/tags" Target="../tags/tag188.xml"/><Relationship Id="rId10" Type="http://schemas.openxmlformats.org/officeDocument/2006/relationships/tags" Target="../tags/tag187.xml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9" Type="http://schemas.openxmlformats.org/officeDocument/2006/relationships/tags" Target="../tags/tag205.xml"/><Relationship Id="rId8" Type="http://schemas.openxmlformats.org/officeDocument/2006/relationships/tags" Target="../tags/tag204.xml"/><Relationship Id="rId7" Type="http://schemas.openxmlformats.org/officeDocument/2006/relationships/tags" Target="../tags/tag203.xml"/><Relationship Id="rId6" Type="http://schemas.openxmlformats.org/officeDocument/2006/relationships/tags" Target="../tags/tag202.xml"/><Relationship Id="rId5" Type="http://schemas.openxmlformats.org/officeDocument/2006/relationships/tags" Target="../tags/tag201.xml"/><Relationship Id="rId4" Type="http://schemas.openxmlformats.org/officeDocument/2006/relationships/tags" Target="../tags/tag200.xml"/><Relationship Id="rId3" Type="http://schemas.openxmlformats.org/officeDocument/2006/relationships/image" Target="../media/image1.jpeg"/><Relationship Id="rId2" Type="http://schemas.openxmlformats.org/officeDocument/2006/relationships/tags" Target="../tags/tag199.xml"/><Relationship Id="rId13" Type="http://schemas.openxmlformats.org/officeDocument/2006/relationships/tags" Target="../tags/tag209.xml"/><Relationship Id="rId12" Type="http://schemas.openxmlformats.org/officeDocument/2006/relationships/tags" Target="../tags/tag208.xml"/><Relationship Id="rId11" Type="http://schemas.openxmlformats.org/officeDocument/2006/relationships/tags" Target="../tags/tag207.xml"/><Relationship Id="rId10" Type="http://schemas.openxmlformats.org/officeDocument/2006/relationships/tags" Target="../tags/tag206.xml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9" Type="http://schemas.openxmlformats.org/officeDocument/2006/relationships/tags" Target="../tags/tag216.xml"/><Relationship Id="rId8" Type="http://schemas.openxmlformats.org/officeDocument/2006/relationships/tags" Target="../tags/tag215.xml"/><Relationship Id="rId7" Type="http://schemas.openxmlformats.org/officeDocument/2006/relationships/tags" Target="../tags/tag214.xml"/><Relationship Id="rId6" Type="http://schemas.openxmlformats.org/officeDocument/2006/relationships/tags" Target="../tags/tag213.xml"/><Relationship Id="rId5" Type="http://schemas.openxmlformats.org/officeDocument/2006/relationships/tags" Target="../tags/tag212.xml"/><Relationship Id="rId4" Type="http://schemas.openxmlformats.org/officeDocument/2006/relationships/tags" Target="../tags/tag211.xml"/><Relationship Id="rId3" Type="http://schemas.openxmlformats.org/officeDocument/2006/relationships/image" Target="../media/image1.jpeg"/><Relationship Id="rId21" Type="http://schemas.openxmlformats.org/officeDocument/2006/relationships/tags" Target="../tags/tag228.xml"/><Relationship Id="rId20" Type="http://schemas.openxmlformats.org/officeDocument/2006/relationships/tags" Target="../tags/tag227.xml"/><Relationship Id="rId2" Type="http://schemas.openxmlformats.org/officeDocument/2006/relationships/tags" Target="../tags/tag210.xml"/><Relationship Id="rId19" Type="http://schemas.openxmlformats.org/officeDocument/2006/relationships/tags" Target="../tags/tag226.xml"/><Relationship Id="rId18" Type="http://schemas.openxmlformats.org/officeDocument/2006/relationships/tags" Target="../tags/tag225.xml"/><Relationship Id="rId17" Type="http://schemas.openxmlformats.org/officeDocument/2006/relationships/tags" Target="../tags/tag224.xml"/><Relationship Id="rId16" Type="http://schemas.openxmlformats.org/officeDocument/2006/relationships/tags" Target="../tags/tag223.xml"/><Relationship Id="rId15" Type="http://schemas.openxmlformats.org/officeDocument/2006/relationships/tags" Target="../tags/tag222.xml"/><Relationship Id="rId14" Type="http://schemas.openxmlformats.org/officeDocument/2006/relationships/tags" Target="../tags/tag221.xml"/><Relationship Id="rId13" Type="http://schemas.openxmlformats.org/officeDocument/2006/relationships/tags" Target="../tags/tag220.xml"/><Relationship Id="rId12" Type="http://schemas.openxmlformats.org/officeDocument/2006/relationships/tags" Target="../tags/tag219.xml"/><Relationship Id="rId11" Type="http://schemas.openxmlformats.org/officeDocument/2006/relationships/tags" Target="../tags/tag218.xml"/><Relationship Id="rId10" Type="http://schemas.openxmlformats.org/officeDocument/2006/relationships/tags" Target="../tags/tag217.xml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9" Type="http://schemas.openxmlformats.org/officeDocument/2006/relationships/tags" Target="../tags/tag235.xml"/><Relationship Id="rId8" Type="http://schemas.openxmlformats.org/officeDocument/2006/relationships/tags" Target="../tags/tag234.xml"/><Relationship Id="rId7" Type="http://schemas.openxmlformats.org/officeDocument/2006/relationships/tags" Target="../tags/tag233.xml"/><Relationship Id="rId6" Type="http://schemas.openxmlformats.org/officeDocument/2006/relationships/tags" Target="../tags/tag232.xml"/><Relationship Id="rId5" Type="http://schemas.openxmlformats.org/officeDocument/2006/relationships/tags" Target="../tags/tag231.xml"/><Relationship Id="rId4" Type="http://schemas.openxmlformats.org/officeDocument/2006/relationships/tags" Target="../tags/tag230.xml"/><Relationship Id="rId3" Type="http://schemas.openxmlformats.org/officeDocument/2006/relationships/image" Target="../media/image1.jpeg"/><Relationship Id="rId2" Type="http://schemas.openxmlformats.org/officeDocument/2006/relationships/tags" Target="../tags/tag229.xml"/><Relationship Id="rId17" Type="http://schemas.openxmlformats.org/officeDocument/2006/relationships/tags" Target="../tags/tag243.xml"/><Relationship Id="rId16" Type="http://schemas.openxmlformats.org/officeDocument/2006/relationships/tags" Target="../tags/tag242.xml"/><Relationship Id="rId15" Type="http://schemas.openxmlformats.org/officeDocument/2006/relationships/tags" Target="../tags/tag241.xml"/><Relationship Id="rId14" Type="http://schemas.openxmlformats.org/officeDocument/2006/relationships/tags" Target="../tags/tag240.xml"/><Relationship Id="rId13" Type="http://schemas.openxmlformats.org/officeDocument/2006/relationships/tags" Target="../tags/tag239.xml"/><Relationship Id="rId12" Type="http://schemas.openxmlformats.org/officeDocument/2006/relationships/tags" Target="../tags/tag238.xml"/><Relationship Id="rId11" Type="http://schemas.openxmlformats.org/officeDocument/2006/relationships/tags" Target="../tags/tag237.xml"/><Relationship Id="rId10" Type="http://schemas.openxmlformats.org/officeDocument/2006/relationships/tags" Target="../tags/tag236.xml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9" Type="http://schemas.openxmlformats.org/officeDocument/2006/relationships/tags" Target="../tags/tag250.xml"/><Relationship Id="rId8" Type="http://schemas.openxmlformats.org/officeDocument/2006/relationships/tags" Target="../tags/tag249.xml"/><Relationship Id="rId7" Type="http://schemas.openxmlformats.org/officeDocument/2006/relationships/tags" Target="../tags/tag248.xml"/><Relationship Id="rId6" Type="http://schemas.openxmlformats.org/officeDocument/2006/relationships/tags" Target="../tags/tag247.xml"/><Relationship Id="rId5" Type="http://schemas.openxmlformats.org/officeDocument/2006/relationships/tags" Target="../tags/tag246.xml"/><Relationship Id="rId4" Type="http://schemas.openxmlformats.org/officeDocument/2006/relationships/tags" Target="../tags/tag245.xml"/><Relationship Id="rId3" Type="http://schemas.openxmlformats.org/officeDocument/2006/relationships/image" Target="../media/image1.jpeg"/><Relationship Id="rId24" Type="http://schemas.openxmlformats.org/officeDocument/2006/relationships/tags" Target="../tags/tag265.xml"/><Relationship Id="rId23" Type="http://schemas.openxmlformats.org/officeDocument/2006/relationships/tags" Target="../tags/tag264.xml"/><Relationship Id="rId22" Type="http://schemas.openxmlformats.org/officeDocument/2006/relationships/tags" Target="../tags/tag263.xml"/><Relationship Id="rId21" Type="http://schemas.openxmlformats.org/officeDocument/2006/relationships/tags" Target="../tags/tag262.xml"/><Relationship Id="rId20" Type="http://schemas.openxmlformats.org/officeDocument/2006/relationships/tags" Target="../tags/tag261.xml"/><Relationship Id="rId2" Type="http://schemas.openxmlformats.org/officeDocument/2006/relationships/tags" Target="../tags/tag244.xml"/><Relationship Id="rId19" Type="http://schemas.openxmlformats.org/officeDocument/2006/relationships/tags" Target="../tags/tag260.xml"/><Relationship Id="rId18" Type="http://schemas.openxmlformats.org/officeDocument/2006/relationships/tags" Target="../tags/tag259.xml"/><Relationship Id="rId17" Type="http://schemas.openxmlformats.org/officeDocument/2006/relationships/tags" Target="../tags/tag258.xml"/><Relationship Id="rId16" Type="http://schemas.openxmlformats.org/officeDocument/2006/relationships/tags" Target="../tags/tag257.xml"/><Relationship Id="rId15" Type="http://schemas.openxmlformats.org/officeDocument/2006/relationships/tags" Target="../tags/tag256.xml"/><Relationship Id="rId14" Type="http://schemas.openxmlformats.org/officeDocument/2006/relationships/tags" Target="../tags/tag255.xml"/><Relationship Id="rId13" Type="http://schemas.openxmlformats.org/officeDocument/2006/relationships/tags" Target="../tags/tag254.xml"/><Relationship Id="rId12" Type="http://schemas.openxmlformats.org/officeDocument/2006/relationships/tags" Target="../tags/tag253.xml"/><Relationship Id="rId11" Type="http://schemas.openxmlformats.org/officeDocument/2006/relationships/tags" Target="../tags/tag252.xml"/><Relationship Id="rId10" Type="http://schemas.openxmlformats.org/officeDocument/2006/relationships/tags" Target="../tags/tag251.xml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9" Type="http://schemas.openxmlformats.org/officeDocument/2006/relationships/tags" Target="../tags/tag272.xml"/><Relationship Id="rId8" Type="http://schemas.openxmlformats.org/officeDocument/2006/relationships/tags" Target="../tags/tag271.xml"/><Relationship Id="rId7" Type="http://schemas.openxmlformats.org/officeDocument/2006/relationships/tags" Target="../tags/tag270.xml"/><Relationship Id="rId6" Type="http://schemas.openxmlformats.org/officeDocument/2006/relationships/tags" Target="../tags/tag269.xml"/><Relationship Id="rId5" Type="http://schemas.openxmlformats.org/officeDocument/2006/relationships/tags" Target="../tags/tag268.xml"/><Relationship Id="rId4" Type="http://schemas.openxmlformats.org/officeDocument/2006/relationships/tags" Target="../tags/tag267.xml"/><Relationship Id="rId3" Type="http://schemas.openxmlformats.org/officeDocument/2006/relationships/image" Target="../media/image1.jpeg"/><Relationship Id="rId20" Type="http://schemas.openxmlformats.org/officeDocument/2006/relationships/tags" Target="../tags/tag283.xml"/><Relationship Id="rId2" Type="http://schemas.openxmlformats.org/officeDocument/2006/relationships/tags" Target="../tags/tag266.xml"/><Relationship Id="rId19" Type="http://schemas.openxmlformats.org/officeDocument/2006/relationships/tags" Target="../tags/tag282.xml"/><Relationship Id="rId18" Type="http://schemas.openxmlformats.org/officeDocument/2006/relationships/tags" Target="../tags/tag281.xml"/><Relationship Id="rId17" Type="http://schemas.openxmlformats.org/officeDocument/2006/relationships/tags" Target="../tags/tag280.xml"/><Relationship Id="rId16" Type="http://schemas.openxmlformats.org/officeDocument/2006/relationships/tags" Target="../tags/tag279.xml"/><Relationship Id="rId15" Type="http://schemas.openxmlformats.org/officeDocument/2006/relationships/tags" Target="../tags/tag278.xml"/><Relationship Id="rId14" Type="http://schemas.openxmlformats.org/officeDocument/2006/relationships/tags" Target="../tags/tag277.xml"/><Relationship Id="rId13" Type="http://schemas.openxmlformats.org/officeDocument/2006/relationships/tags" Target="../tags/tag276.xml"/><Relationship Id="rId12" Type="http://schemas.openxmlformats.org/officeDocument/2006/relationships/tags" Target="../tags/tag275.xml"/><Relationship Id="rId11" Type="http://schemas.openxmlformats.org/officeDocument/2006/relationships/tags" Target="../tags/tag274.xml"/><Relationship Id="rId10" Type="http://schemas.openxmlformats.org/officeDocument/2006/relationships/tags" Target="../tags/tag273.xml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9" Type="http://schemas.openxmlformats.org/officeDocument/2006/relationships/tags" Target="../tags/tag290.xml"/><Relationship Id="rId8" Type="http://schemas.openxmlformats.org/officeDocument/2006/relationships/tags" Target="../tags/tag289.xml"/><Relationship Id="rId7" Type="http://schemas.openxmlformats.org/officeDocument/2006/relationships/tags" Target="../tags/tag288.xml"/><Relationship Id="rId6" Type="http://schemas.openxmlformats.org/officeDocument/2006/relationships/tags" Target="../tags/tag287.xml"/><Relationship Id="rId5" Type="http://schemas.openxmlformats.org/officeDocument/2006/relationships/tags" Target="../tags/tag286.xml"/><Relationship Id="rId4" Type="http://schemas.openxmlformats.org/officeDocument/2006/relationships/tags" Target="../tags/tag285.xml"/><Relationship Id="rId3" Type="http://schemas.openxmlformats.org/officeDocument/2006/relationships/image" Target="../media/image1.jpeg"/><Relationship Id="rId24" Type="http://schemas.openxmlformats.org/officeDocument/2006/relationships/tags" Target="../tags/tag305.xml"/><Relationship Id="rId23" Type="http://schemas.openxmlformats.org/officeDocument/2006/relationships/tags" Target="../tags/tag304.xml"/><Relationship Id="rId22" Type="http://schemas.openxmlformats.org/officeDocument/2006/relationships/tags" Target="../tags/tag303.xml"/><Relationship Id="rId21" Type="http://schemas.openxmlformats.org/officeDocument/2006/relationships/tags" Target="../tags/tag302.xml"/><Relationship Id="rId20" Type="http://schemas.openxmlformats.org/officeDocument/2006/relationships/tags" Target="../tags/tag301.xml"/><Relationship Id="rId2" Type="http://schemas.openxmlformats.org/officeDocument/2006/relationships/tags" Target="../tags/tag284.xml"/><Relationship Id="rId19" Type="http://schemas.openxmlformats.org/officeDocument/2006/relationships/tags" Target="../tags/tag300.xml"/><Relationship Id="rId18" Type="http://schemas.openxmlformats.org/officeDocument/2006/relationships/tags" Target="../tags/tag299.xml"/><Relationship Id="rId17" Type="http://schemas.openxmlformats.org/officeDocument/2006/relationships/tags" Target="../tags/tag298.xml"/><Relationship Id="rId16" Type="http://schemas.openxmlformats.org/officeDocument/2006/relationships/tags" Target="../tags/tag297.xml"/><Relationship Id="rId15" Type="http://schemas.openxmlformats.org/officeDocument/2006/relationships/tags" Target="../tags/tag296.xml"/><Relationship Id="rId14" Type="http://schemas.openxmlformats.org/officeDocument/2006/relationships/tags" Target="../tags/tag295.xml"/><Relationship Id="rId13" Type="http://schemas.openxmlformats.org/officeDocument/2006/relationships/tags" Target="../tags/tag294.xml"/><Relationship Id="rId12" Type="http://schemas.openxmlformats.org/officeDocument/2006/relationships/tags" Target="../tags/tag293.xml"/><Relationship Id="rId11" Type="http://schemas.openxmlformats.org/officeDocument/2006/relationships/tags" Target="../tags/tag292.xml"/><Relationship Id="rId10" Type="http://schemas.openxmlformats.org/officeDocument/2006/relationships/tags" Target="../tags/tag291.xml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9" Type="http://schemas.openxmlformats.org/officeDocument/2006/relationships/tags" Target="../tags/tag312.xml"/><Relationship Id="rId8" Type="http://schemas.openxmlformats.org/officeDocument/2006/relationships/tags" Target="../tags/tag311.xml"/><Relationship Id="rId7" Type="http://schemas.openxmlformats.org/officeDocument/2006/relationships/tags" Target="../tags/tag310.xml"/><Relationship Id="rId6" Type="http://schemas.openxmlformats.org/officeDocument/2006/relationships/tags" Target="../tags/tag309.xml"/><Relationship Id="rId5" Type="http://schemas.openxmlformats.org/officeDocument/2006/relationships/tags" Target="../tags/tag308.xml"/><Relationship Id="rId4" Type="http://schemas.openxmlformats.org/officeDocument/2006/relationships/tags" Target="../tags/tag307.xml"/><Relationship Id="rId3" Type="http://schemas.openxmlformats.org/officeDocument/2006/relationships/image" Target="../media/image1.jpeg"/><Relationship Id="rId2" Type="http://schemas.openxmlformats.org/officeDocument/2006/relationships/tags" Target="../tags/tag306.xml"/><Relationship Id="rId15" Type="http://schemas.openxmlformats.org/officeDocument/2006/relationships/tags" Target="../tags/tag318.xml"/><Relationship Id="rId14" Type="http://schemas.openxmlformats.org/officeDocument/2006/relationships/tags" Target="../tags/tag317.xml"/><Relationship Id="rId13" Type="http://schemas.openxmlformats.org/officeDocument/2006/relationships/tags" Target="../tags/tag316.xml"/><Relationship Id="rId12" Type="http://schemas.openxmlformats.org/officeDocument/2006/relationships/tags" Target="../tags/tag315.xml"/><Relationship Id="rId11" Type="http://schemas.openxmlformats.org/officeDocument/2006/relationships/tags" Target="../tags/tag314.xml"/><Relationship Id="rId10" Type="http://schemas.openxmlformats.org/officeDocument/2006/relationships/tags" Target="../tags/tag313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20796342_40480830.Z_40480830_蓝色商务风建筑线性材料PPT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635" y="-6350"/>
            <a:ext cx="12192000" cy="6858000"/>
          </a:xfrm>
          <a:prstGeom prst="rect">
            <a:avLst/>
          </a:prstGeom>
        </p:spPr>
      </p:pic>
      <p:sp>
        <p:nvSpPr>
          <p:cNvPr id="3" name="矩形 2"/>
          <p:cNvSpPr/>
          <p:nvPr userDrawn="1">
            <p:custDataLst>
              <p:tags r:id="rId4"/>
            </p:custDataLst>
          </p:nvPr>
        </p:nvSpPr>
        <p:spPr>
          <a:xfrm>
            <a:off x="0" y="0"/>
            <a:ext cx="12192635" cy="6870065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  <a:cs typeface="MiSans Medium" panose="00000600000000000000" charset="-122"/>
            </a:endParaRPr>
          </a:p>
        </p:txBody>
      </p:sp>
      <p:sp>
        <p:nvSpPr>
          <p:cNvPr id="4" name="标题 3"/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/>
        <p:txBody>
          <a:bodyPr wrap="square">
            <a:normAutofit/>
          </a:bodyPr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5" name="内容占位符 4"/>
          <p:cNvSpPr>
            <a:spLocks noGrp="1"/>
          </p:cNvSpPr>
          <p:nvPr>
            <p:ph idx="1"/>
            <p:custDataLst>
              <p:tags r:id="rId6"/>
            </p:custDataLst>
          </p:nvPr>
        </p:nvSpPr>
        <p:spPr/>
        <p:txBody>
          <a:bodyPr wrap="square">
            <a:normAutofit/>
          </a:bodyPr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 wrap="square">
            <a:normAutofit/>
          </a:bodyPr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 wrap="square">
            <a:normAutofit/>
          </a:bodyPr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20796342_40480830.Z_40480830_蓝色商务风建筑线性材料PPT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635" y="-6350"/>
            <a:ext cx="12192000" cy="6858000"/>
          </a:xfrm>
          <a:prstGeom prst="rect">
            <a:avLst/>
          </a:prstGeom>
        </p:spPr>
      </p:pic>
      <p:sp>
        <p:nvSpPr>
          <p:cNvPr id="9" name="矩形 8"/>
          <p:cNvSpPr/>
          <p:nvPr userDrawn="1">
            <p:custDataLst>
              <p:tags r:id="rId4"/>
            </p:custDataLst>
          </p:nvPr>
        </p:nvSpPr>
        <p:spPr>
          <a:xfrm rot="10800000">
            <a:off x="3810" y="-12065"/>
            <a:ext cx="12192635" cy="6870065"/>
          </a:xfrm>
          <a:prstGeom prst="rect">
            <a:avLst/>
          </a:prstGeom>
          <a:gradFill>
            <a:gsLst>
              <a:gs pos="0">
                <a:schemeClr val="bg1"/>
              </a:gs>
              <a:gs pos="100000">
                <a:schemeClr val="bg1">
                  <a:alpha val="63000"/>
                </a:schemeClr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lt1"/>
              </a:solidFill>
              <a:cs typeface="MiSans Medium" panose="00000600000000000000" charset="-122"/>
            </a:endParaRPr>
          </a:p>
        </p:txBody>
      </p:sp>
      <p:sp>
        <p:nvSpPr>
          <p:cNvPr id="6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5132387" y="811262"/>
            <a:ext cx="1977755" cy="1081088"/>
          </a:xfrm>
        </p:spPr>
        <p:txBody>
          <a:bodyPr wrap="square" anchor="b">
            <a:normAutofit/>
          </a:bodyPr>
          <a:lstStyle>
            <a:lvl1pPr algn="ctr">
              <a:defRPr kumimoji="0" lang="en-US" altLang="zh-CN" sz="6000" b="1" i="0" u="none" strike="noStrike" kern="1200" cap="none" spc="0" normalizeH="0" baseline="0" noProof="1">
                <a:solidFill>
                  <a:schemeClr val="accent1"/>
                </a:solidFill>
                <a:latin typeface="+mj-lt"/>
                <a:ea typeface="+mj-ea"/>
                <a:cs typeface="MiSans Heavy" panose="00000A00000000000000" charset="-122"/>
                <a:sym typeface="+mn-ea"/>
              </a:defRPr>
            </a:lvl1pPr>
          </a:lstStyle>
          <a:p>
            <a:r>
              <a:rPr lang="zh-CN" altLang="en-US" dirty="0"/>
              <a:t>标题</a:t>
            </a:r>
            <a:endParaRPr lang="zh-CN" altLang="en-US" dirty="0"/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  <p:custDataLst>
              <p:tags r:id="rId8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2" name="矩形 1"/>
          <p:cNvSpPr/>
          <p:nvPr userDrawn="1">
            <p:custDataLst>
              <p:tags r:id="rId9"/>
            </p:custDataLst>
          </p:nvPr>
        </p:nvSpPr>
        <p:spPr>
          <a:xfrm flipH="1">
            <a:off x="7618730" y="868680"/>
            <a:ext cx="76200" cy="81915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/>
          <p:cNvSpPr/>
          <p:nvPr userDrawn="1">
            <p:custDataLst>
              <p:tags r:id="rId10"/>
            </p:custDataLst>
          </p:nvPr>
        </p:nvSpPr>
        <p:spPr>
          <a:xfrm flipH="1">
            <a:off x="4497705" y="868680"/>
            <a:ext cx="76200" cy="81915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2"/>
            </p:custDataLst>
          </p:nvPr>
        </p:nvSpPr>
        <p:spPr>
          <a:xfrm>
            <a:off x="695960" y="1301750"/>
            <a:ext cx="5323840" cy="487585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6172200" y="1301750"/>
            <a:ext cx="5323840" cy="487585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8" name="标题 1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2"/>
            </p:custDataLst>
          </p:nvPr>
        </p:nvSpPr>
        <p:spPr>
          <a:xfrm>
            <a:off x="695960" y="1301750"/>
            <a:ext cx="5323840" cy="411303"/>
          </a:xfrm>
        </p:spPr>
        <p:txBody>
          <a:bodyPr anchor="ctr" anchorCtr="0"/>
          <a:lstStyle>
            <a:lvl1pPr marL="0" indent="0">
              <a:buNone/>
              <a:defRPr sz="2800"/>
            </a:lvl1pPr>
            <a:lvl2pPr marL="457200" indent="0">
              <a:buNone/>
              <a:defRPr sz="2400"/>
            </a:lvl2pPr>
            <a:lvl3pPr marL="914400" indent="0">
              <a:buNone/>
              <a:defRPr sz="20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  <a:lvl6pPr marL="2286000" indent="0">
              <a:buNone/>
              <a:defRPr sz="1800"/>
            </a:lvl6pPr>
            <a:lvl7pPr marL="2743200" indent="0">
              <a:buNone/>
              <a:defRPr sz="1800"/>
            </a:lvl7pPr>
            <a:lvl8pPr marL="3200400" indent="0">
              <a:buNone/>
              <a:defRPr sz="1800"/>
            </a:lvl8pPr>
            <a:lvl9pPr marL="3657600" indent="0">
              <a:buNone/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695960" y="1875099"/>
            <a:ext cx="5323840" cy="4300276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  <p:custDataLst>
              <p:tags r:id="rId4"/>
            </p:custDataLst>
          </p:nvPr>
        </p:nvSpPr>
        <p:spPr>
          <a:xfrm>
            <a:off x="6172200" y="1301750"/>
            <a:ext cx="5323840" cy="411303"/>
          </a:xfrm>
        </p:spPr>
        <p:txBody>
          <a:bodyPr anchor="ctr" anchorCtr="0"/>
          <a:lstStyle>
            <a:lvl1pPr marL="0" indent="0">
              <a:buNone/>
              <a:defRPr sz="2800"/>
            </a:lvl1pPr>
            <a:lvl2pPr marL="457200" indent="0">
              <a:buNone/>
              <a:defRPr sz="2400"/>
            </a:lvl2pPr>
            <a:lvl3pPr marL="914400" indent="0">
              <a:buNone/>
              <a:defRPr sz="20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  <a:lvl6pPr marL="2286000" indent="0">
              <a:buNone/>
              <a:defRPr sz="1800"/>
            </a:lvl6pPr>
            <a:lvl7pPr marL="2743200" indent="0">
              <a:buNone/>
              <a:defRPr sz="1800"/>
            </a:lvl7pPr>
            <a:lvl8pPr marL="3200400" indent="0">
              <a:buNone/>
              <a:defRPr sz="1800"/>
            </a:lvl8pPr>
            <a:lvl9pPr marL="3657600" indent="0">
              <a:buNone/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5"/>
            </p:custDataLst>
          </p:nvPr>
        </p:nvSpPr>
        <p:spPr>
          <a:xfrm>
            <a:off x="6172200" y="1875099"/>
            <a:ext cx="5323840" cy="4300276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10" name="标题 1"/>
          <p:cNvSpPr>
            <a:spLocks noGrp="1"/>
          </p:cNvSpPr>
          <p:nvPr>
            <p:ph type="title"/>
            <p:custDataLst>
              <p:tags r:id="rId9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6" name="标题 1"/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仅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95960" y="360045"/>
            <a:ext cx="10801985" cy="581787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6" name="Text Placeholder 5"/>
          <p:cNvSpPr>
            <a:spLocks noGrp="1"/>
          </p:cNvSpPr>
          <p:nvPr>
            <p:ph type="body" idx="13" hasCustomPrompt="1"/>
            <p:custDataLst>
              <p:tags r:id="rId5"/>
            </p:custDataLst>
          </p:nvPr>
        </p:nvSpPr>
        <p:spPr>
          <a:xfrm>
            <a:off x="695960" y="1301750"/>
            <a:ext cx="10799088" cy="405553"/>
          </a:xfrm>
        </p:spPr>
        <p:txBody>
          <a:bodyPr/>
          <a:lstStyle>
            <a:lvl5pPr>
              <a:buNone/>
              <a:defRPr/>
            </a:lvl5pPr>
          </a:lstStyle>
          <a:p>
            <a:pPr lvl="0"/>
            <a:r>
              <a:rPr lang="zh-CN" altLang="en-US"/>
              <a:t>单击此处编辑副标题</a:t>
            </a:r>
            <a:endParaRPr lang="zh-CN" altLang="en-US"/>
          </a:p>
        </p:txBody>
      </p:sp>
      <p:sp>
        <p:nvSpPr>
          <p:cNvPr id="7" name="标题 1"/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封面页_1_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 descr="20796342_40480830.Z_40480830_蓝色商务风建筑线性材料PPT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635" y="-6350"/>
            <a:ext cx="12192000" cy="6858000"/>
          </a:xfrm>
          <a:prstGeom prst="rect">
            <a:avLst/>
          </a:prstGeom>
        </p:spPr>
      </p:pic>
      <p:sp>
        <p:nvSpPr>
          <p:cNvPr id="9" name="矩形 8"/>
          <p:cNvSpPr/>
          <p:nvPr userDrawn="1">
            <p:custDataLst>
              <p:tags r:id="rId4"/>
            </p:custDataLst>
          </p:nvPr>
        </p:nvSpPr>
        <p:spPr>
          <a:xfrm>
            <a:off x="0" y="0"/>
            <a:ext cx="12192635" cy="6870065"/>
          </a:xfrm>
          <a:prstGeom prst="rect">
            <a:avLst/>
          </a:prstGeom>
          <a:gradFill>
            <a:gsLst>
              <a:gs pos="0">
                <a:schemeClr val="bg1"/>
              </a:gs>
              <a:gs pos="80000">
                <a:srgbClr val="FFFFFF">
                  <a:alpha val="45000"/>
                </a:srgbClr>
              </a:gs>
              <a:gs pos="100000">
                <a:schemeClr val="bg1">
                  <a:alpha val="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>
              <a:cs typeface="MiSans Medium" panose="00000600000000000000" charset="-122"/>
            </a:endParaRPr>
          </a:p>
        </p:txBody>
      </p:sp>
      <p:sp>
        <p:nvSpPr>
          <p:cNvPr id="8" name="日期"/>
          <p:cNvSpPr>
            <a:spLocks noGrp="1"/>
          </p:cNvSpPr>
          <p:nvPr>
            <p:ph type="body" idx="16386" hasCustomPrompt="1"/>
            <p:custDataLst>
              <p:tags r:id="rId5"/>
            </p:custDataLst>
          </p:nvPr>
        </p:nvSpPr>
        <p:spPr>
          <a:xfrm>
            <a:off x="1016000" y="1651000"/>
            <a:ext cx="6097058" cy="457200"/>
          </a:xfrm>
        </p:spPr>
        <p:txBody>
          <a:bodyPr vert="horz" wrap="square"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2400" b="1" spc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20XX YEAR</a:t>
            </a:r>
            <a:endParaRPr lang="zh-CN" altLang="en-US" dirty="0"/>
          </a:p>
        </p:txBody>
      </p:sp>
      <p:sp>
        <p:nvSpPr>
          <p:cNvPr id="11" name="矩形 4"/>
          <p:cNvSpPr/>
          <p:nvPr userDrawn="1">
            <p:custDataLst>
              <p:tags r:id="rId6"/>
            </p:custDataLst>
          </p:nvPr>
        </p:nvSpPr>
        <p:spPr>
          <a:xfrm>
            <a:off x="12065000" y="0"/>
            <a:ext cx="127000" cy="68700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标题 1"/>
          <p:cNvSpPr>
            <a:spLocks noGrp="1"/>
          </p:cNvSpPr>
          <p:nvPr>
            <p:ph type="ctrTitle" idx="16385" hasCustomPrompt="1"/>
            <p:custDataLst>
              <p:tags r:id="rId7"/>
            </p:custDataLst>
          </p:nvPr>
        </p:nvSpPr>
        <p:spPr>
          <a:xfrm>
            <a:off x="1016000" y="2159000"/>
            <a:ext cx="6352646" cy="2540000"/>
          </a:xfrm>
        </p:spPr>
        <p:txBody>
          <a:bodyPr vert="horz" wrap="square" lIns="0" tIns="0" rIns="0" bIns="0" anchor="t" anchorCtr="0">
            <a:normAutofit/>
          </a:bodyPr>
          <a:lstStyle>
            <a:lvl1pPr marL="0" indent="0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6000" b="1" spc="0"/>
            </a:lvl1pPr>
          </a:lstStyle>
          <a:p>
            <a:r>
              <a:rPr lang="zh-CN" altLang="en-US" dirty="0"/>
              <a:t>单击此处
添加文档标题</a:t>
            </a:r>
            <a:endParaRPr lang="zh-CN" altLang="en-US" dirty="0"/>
          </a:p>
        </p:txBody>
      </p:sp>
      <p:sp>
        <p:nvSpPr>
          <p:cNvPr id="10" name="署名占位符 10"/>
          <p:cNvSpPr>
            <a:spLocks noGrp="1"/>
          </p:cNvSpPr>
          <p:nvPr>
            <p:ph type="body" sz="quarter" idx="16387" hasCustomPrompt="1"/>
            <p:custDataLst>
              <p:tags r:id="rId8"/>
            </p:custDataLst>
          </p:nvPr>
        </p:nvSpPr>
        <p:spPr>
          <a:xfrm>
            <a:off x="1016000" y="4749800"/>
            <a:ext cx="2540882" cy="533400"/>
          </a:xfrm>
          <a:prstGeom prst="roundRect">
            <a:avLst>
              <a:gd name="adj" fmla="val 0"/>
            </a:avLst>
          </a:prstGeom>
          <a:solidFill>
            <a:schemeClr val="accent1"/>
          </a:solidFill>
        </p:spPr>
        <p:txBody>
          <a:bodyPr vert="horz" wrap="square" lIns="0" tIns="0" rIns="0" bIns="0" anchor="ctr" anchorCtr="0">
            <a:normAutofit/>
          </a:bodyPr>
          <a:lstStyle>
            <a:lvl1pPr marL="0" indent="0"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1" spc="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dirty="0"/>
              <a:t>BY WPS</a:t>
            </a:r>
            <a:endParaRPr lang="zh-CN" alt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章节页_1_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4" descr="20796342_40480830.Z_40480830_蓝色商务风建筑线性材料PPT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635" y="-6350"/>
            <a:ext cx="12192000" cy="6858000"/>
          </a:xfrm>
          <a:prstGeom prst="rect">
            <a:avLst/>
          </a:prstGeom>
        </p:spPr>
      </p:pic>
      <p:sp>
        <p:nvSpPr>
          <p:cNvPr id="9" name="矩形 8"/>
          <p:cNvSpPr/>
          <p:nvPr userDrawn="1">
            <p:custDataLst>
              <p:tags r:id="rId4"/>
            </p:custDataLst>
          </p:nvPr>
        </p:nvSpPr>
        <p:spPr>
          <a:xfrm>
            <a:off x="0" y="0"/>
            <a:ext cx="12192635" cy="6870065"/>
          </a:xfrm>
          <a:prstGeom prst="rect">
            <a:avLst/>
          </a:prstGeom>
          <a:gradFill>
            <a:gsLst>
              <a:gs pos="0">
                <a:schemeClr val="bg1"/>
              </a:gs>
              <a:gs pos="80000">
                <a:srgbClr val="FFFFFF">
                  <a:alpha val="45000"/>
                </a:srgbClr>
              </a:gs>
              <a:gs pos="100000">
                <a:schemeClr val="bg1">
                  <a:alpha val="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lt1"/>
              </a:solidFill>
              <a:cs typeface="MiSans Medium" panose="00000600000000000000" charset="-122"/>
            </a:endParaRPr>
          </a:p>
        </p:txBody>
      </p:sp>
      <p:sp>
        <p:nvSpPr>
          <p:cNvPr id="11" name="矩形 5"/>
          <p:cNvSpPr/>
          <p:nvPr userDrawn="1">
            <p:custDataLst>
              <p:tags r:id="rId5"/>
            </p:custDataLst>
          </p:nvPr>
        </p:nvSpPr>
        <p:spPr>
          <a:xfrm>
            <a:off x="12065000" y="-12065"/>
            <a:ext cx="127000" cy="68700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标题 1"/>
          <p:cNvSpPr>
            <a:spLocks noGrp="1"/>
          </p:cNvSpPr>
          <p:nvPr>
            <p:ph type="title" idx="16385" hasCustomPrompt="1"/>
            <p:custDataLst>
              <p:tags r:id="rId6"/>
            </p:custDataLst>
          </p:nvPr>
        </p:nvSpPr>
        <p:spPr>
          <a:xfrm>
            <a:off x="1016000" y="3530600"/>
            <a:ext cx="6352117" cy="1524000"/>
          </a:xfrm>
        </p:spPr>
        <p:txBody>
          <a:bodyPr vert="horz" lIns="0" tIns="0" rIns="0" bIns="0" anchor="t" anchorCtr="0">
            <a:normAutofit/>
          </a:bodyPr>
          <a:lstStyle>
            <a:lvl1pPr marL="0" indent="0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4800" b="0" spc="0">
                <a:solidFill>
                  <a:schemeClr val="accent1"/>
                </a:solidFill>
              </a:defRPr>
            </a:lvl1pPr>
          </a:lstStyle>
          <a:p>
            <a:r>
              <a:rPr lang="zh-CN" altLang="en-US" dirty="0"/>
              <a:t>单击此处添加章节标题</a:t>
            </a:r>
            <a:endParaRPr lang="zh-CN" altLang="en-US" dirty="0"/>
          </a:p>
        </p:txBody>
      </p:sp>
      <p:sp>
        <p:nvSpPr>
          <p:cNvPr id="8" name="文本占位符 6"/>
          <p:cNvSpPr>
            <a:spLocks noGrp="1"/>
          </p:cNvSpPr>
          <p:nvPr>
            <p:ph type="body" idx="16386" hasCustomPrompt="1"/>
            <p:custDataLst>
              <p:tags r:id="rId7"/>
            </p:custDataLst>
          </p:nvPr>
        </p:nvSpPr>
        <p:spPr>
          <a:xfrm>
            <a:off x="1016000" y="1905000"/>
            <a:ext cx="1527175" cy="1524000"/>
          </a:xfrm>
        </p:spPr>
        <p:txBody>
          <a:bodyPr vert="horz" lIns="0" tIns="0" rIns="0" bIns="0" anchor="ctr" anchorCtr="0">
            <a:normAutofit/>
          </a:bodyPr>
          <a:lstStyle>
            <a:lvl1pPr marL="0" indent="0" algn="l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7200" b="1" spc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zh-CN" altLang="en-US" dirty="0"/>
              <a:t>01</a:t>
            </a:r>
            <a:endParaRPr lang="zh-CN" alt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结束页_1_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 descr="20796342_40480830.Z_40480830_蓝色商务风建筑线性材料PPT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635" y="-6350"/>
            <a:ext cx="12192000" cy="6858000"/>
          </a:xfrm>
          <a:prstGeom prst="rect">
            <a:avLst/>
          </a:prstGeom>
        </p:spPr>
      </p:pic>
      <p:sp>
        <p:nvSpPr>
          <p:cNvPr id="9" name="矩形 8"/>
          <p:cNvSpPr/>
          <p:nvPr userDrawn="1">
            <p:custDataLst>
              <p:tags r:id="rId4"/>
            </p:custDataLst>
          </p:nvPr>
        </p:nvSpPr>
        <p:spPr>
          <a:xfrm>
            <a:off x="0" y="0"/>
            <a:ext cx="12192635" cy="6870065"/>
          </a:xfrm>
          <a:prstGeom prst="rect">
            <a:avLst/>
          </a:prstGeom>
          <a:gradFill>
            <a:gsLst>
              <a:gs pos="0">
                <a:schemeClr val="bg1"/>
              </a:gs>
              <a:gs pos="80000">
                <a:srgbClr val="FFFFFF">
                  <a:alpha val="45000"/>
                </a:srgbClr>
              </a:gs>
              <a:gs pos="100000">
                <a:schemeClr val="bg1">
                  <a:alpha val="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>
              <a:cs typeface="MiSans Medium" panose="00000600000000000000" charset="-122"/>
            </a:endParaRPr>
          </a:p>
        </p:txBody>
      </p:sp>
      <p:sp>
        <p:nvSpPr>
          <p:cNvPr id="18" name="矩形 17"/>
          <p:cNvSpPr/>
          <p:nvPr userDrawn="1">
            <p:custDataLst>
              <p:tags r:id="rId5"/>
            </p:custDataLst>
          </p:nvPr>
        </p:nvSpPr>
        <p:spPr>
          <a:xfrm>
            <a:off x="12065000" y="-12065"/>
            <a:ext cx="127000" cy="68700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Subtitle 11"/>
          <p:cNvSpPr>
            <a:spLocks noGrp="1"/>
          </p:cNvSpPr>
          <p:nvPr>
            <p:ph type="body" idx="16386" hasCustomPrompt="1"/>
            <p:custDataLst>
              <p:tags r:id="rId6"/>
            </p:custDataLst>
          </p:nvPr>
        </p:nvSpPr>
        <p:spPr>
          <a:xfrm>
            <a:off x="1016000" y="2667000"/>
            <a:ext cx="5449358" cy="457200"/>
          </a:xfrm>
          <a:noFill/>
        </p:spPr>
        <p:txBody>
          <a:bodyPr vert="horz"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accent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THE END</a:t>
            </a:r>
            <a:endParaRPr lang="zh-CN" altLang="en-US"/>
          </a:p>
        </p:txBody>
      </p:sp>
      <p:sp>
        <p:nvSpPr>
          <p:cNvPr id="7" name="标题 11"/>
          <p:cNvSpPr>
            <a:spLocks noGrp="1"/>
          </p:cNvSpPr>
          <p:nvPr>
            <p:ph type="ctrTitle" idx="16385" hasCustomPrompt="1"/>
            <p:custDataLst>
              <p:tags r:id="rId7"/>
            </p:custDataLst>
          </p:nvPr>
        </p:nvSpPr>
        <p:spPr>
          <a:xfrm>
            <a:off x="1016000" y="3175000"/>
            <a:ext cx="5451122" cy="1016000"/>
          </a:xfrm>
        </p:spPr>
        <p:txBody>
          <a:bodyPr vert="horz" wrap="square" lIns="0" tIns="0" rIns="0" bIns="0" anchor="t">
            <a:normAutofit/>
          </a:bodyPr>
          <a:lstStyle>
            <a:lvl1pPr marL="0" indent="0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6400" b="1" spc="0" baseline="0">
                <a:solidFill>
                  <a:schemeClr val="accent1"/>
                </a:solidFill>
              </a:defRPr>
            </a:lvl1pPr>
          </a:lstStyle>
          <a:p>
            <a:r>
              <a:rPr lang="zh-CN" altLang="en-US" dirty="0"/>
              <a:t>谢谢观看</a:t>
            </a:r>
            <a:endParaRPr lang="zh-CN" alt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目录页-1-5-4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1" descr="20796342_40480830.Z_40480830_蓝色商务风建筑线性材料PPT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635" y="-6350"/>
            <a:ext cx="12192000" cy="6858000"/>
          </a:xfrm>
          <a:prstGeom prst="rect">
            <a:avLst/>
          </a:prstGeom>
        </p:spPr>
      </p:pic>
      <p:sp>
        <p:nvSpPr>
          <p:cNvPr id="7" name="矩形 2"/>
          <p:cNvSpPr/>
          <p:nvPr userDrawn="1">
            <p:custDataLst>
              <p:tags r:id="rId4"/>
            </p:custDataLst>
          </p:nvPr>
        </p:nvSpPr>
        <p:spPr>
          <a:xfrm>
            <a:off x="0" y="0"/>
            <a:ext cx="12192635" cy="6870065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  <a:cs typeface="MiSans Medium" panose="00000600000000000000" charset="-122"/>
            </a:endParaRPr>
          </a:p>
        </p:txBody>
      </p:sp>
      <p:sp>
        <p:nvSpPr>
          <p:cNvPr id="10" name="日期占位符 5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 wrap="square">
            <a:normAutofit/>
          </a:bodyPr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11" name="页脚占位符 6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12" name="灯片编号占位符 7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 wrap="square">
            <a:normAutofit/>
          </a:bodyPr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13" name="Subtitle 12"/>
          <p:cNvSpPr>
            <a:spLocks noGrp="1"/>
          </p:cNvSpPr>
          <p:nvPr>
            <p:ph type="subTitle" idx="17826305" hasCustomPrompt="1"/>
            <p:custDataLst>
              <p:tags r:id="rId8"/>
            </p:custDataLst>
          </p:nvPr>
        </p:nvSpPr>
        <p:spPr>
          <a:xfrm>
            <a:off x="761471" y="2667000"/>
            <a:ext cx="2363258" cy="4572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CONTENTS</a:t>
            </a:r>
            <a:endParaRPr lang="zh-CN" altLang="en-US"/>
          </a:p>
        </p:txBody>
      </p:sp>
      <p:sp>
        <p:nvSpPr>
          <p:cNvPr id="14" name="Title 13"/>
          <p:cNvSpPr>
            <a:spLocks noGrp="1"/>
          </p:cNvSpPr>
          <p:nvPr>
            <p:ph type="ctrTitle" idx="17826049" hasCustomPrompt="1"/>
            <p:custDataLst>
              <p:tags r:id="rId9"/>
            </p:custDataLst>
          </p:nvPr>
        </p:nvSpPr>
        <p:spPr>
          <a:xfrm>
            <a:off x="760942" y="3175000"/>
            <a:ext cx="2364317" cy="7620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04000"/>
              </a:lnSpc>
              <a:spcBef>
                <a:spcPct val="0"/>
              </a:spcBef>
              <a:spcAft>
                <a:spcPct val="0"/>
              </a:spcAft>
              <a:buNone/>
              <a:defRPr sz="4800" b="1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目录</a:t>
            </a:r>
            <a:endParaRPr lang="zh-CN" altLang="en-US"/>
          </a:p>
        </p:txBody>
      </p:sp>
      <p:sp>
        <p:nvSpPr>
          <p:cNvPr id="15" name="Text Placeholder 14"/>
          <p:cNvSpPr>
            <a:spLocks noGrp="1"/>
          </p:cNvSpPr>
          <p:nvPr>
            <p:ph type="body" idx="319883777" hasCustomPrompt="1"/>
            <p:custDataLst>
              <p:tags r:id="rId10"/>
            </p:custDataLst>
          </p:nvPr>
        </p:nvSpPr>
        <p:spPr>
          <a:xfrm>
            <a:off x="4070350" y="22860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/>
              <a:t>01</a:t>
            </a:r>
            <a:endParaRPr lang="zh-CN" altLang="en-US" smtClean="0"/>
          </a:p>
        </p:txBody>
      </p:sp>
      <p:sp>
        <p:nvSpPr>
          <p:cNvPr id="16" name="装饰  5"/>
          <p:cNvSpPr>
            <a:spLocks noGrp="1"/>
          </p:cNvSpPr>
          <p:nvPr>
            <p:ph type="body" idx="319883522" hasCustomPrompt="1"/>
            <p:custDataLst>
              <p:tags r:id="rId11"/>
            </p:custDataLst>
          </p:nvPr>
        </p:nvSpPr>
        <p:spPr>
          <a:xfrm>
            <a:off x="4851400" y="22098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7" name="Text Placeholder 16"/>
          <p:cNvSpPr>
            <a:spLocks noGrp="1"/>
          </p:cNvSpPr>
          <p:nvPr>
            <p:ph type="body" idx="51446017" hasCustomPrompt="1"/>
            <p:custDataLst>
              <p:tags r:id="rId12"/>
            </p:custDataLst>
          </p:nvPr>
        </p:nvSpPr>
        <p:spPr>
          <a:xfrm>
            <a:off x="5080000" y="21336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8" name="Text Placeholder 17"/>
          <p:cNvSpPr>
            <a:spLocks noGrp="1"/>
          </p:cNvSpPr>
          <p:nvPr>
            <p:ph type="body" idx="319949313" hasCustomPrompt="1"/>
            <p:custDataLst>
              <p:tags r:id="rId13"/>
            </p:custDataLst>
          </p:nvPr>
        </p:nvSpPr>
        <p:spPr>
          <a:xfrm>
            <a:off x="7994650" y="22860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/>
              <a:t>02</a:t>
            </a:r>
            <a:endParaRPr lang="zh-CN" altLang="en-US" smtClean="0"/>
          </a:p>
        </p:txBody>
      </p:sp>
      <p:sp>
        <p:nvSpPr>
          <p:cNvPr id="19" name="装饰  8"/>
          <p:cNvSpPr>
            <a:spLocks noGrp="1"/>
          </p:cNvSpPr>
          <p:nvPr>
            <p:ph type="body" idx="319949058" hasCustomPrompt="1"/>
            <p:custDataLst>
              <p:tags r:id="rId14"/>
            </p:custDataLst>
          </p:nvPr>
        </p:nvSpPr>
        <p:spPr>
          <a:xfrm>
            <a:off x="8775700" y="22098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0" name="Text Placeholder 19"/>
          <p:cNvSpPr>
            <a:spLocks noGrp="1"/>
          </p:cNvSpPr>
          <p:nvPr>
            <p:ph type="body" idx="51511553" hasCustomPrompt="1"/>
            <p:custDataLst>
              <p:tags r:id="rId15"/>
            </p:custDataLst>
          </p:nvPr>
        </p:nvSpPr>
        <p:spPr>
          <a:xfrm>
            <a:off x="9004300" y="21336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21" name="Text Placeholder 20"/>
          <p:cNvSpPr>
            <a:spLocks noGrp="1"/>
          </p:cNvSpPr>
          <p:nvPr>
            <p:ph type="body" idx="320014849" hasCustomPrompt="1"/>
            <p:custDataLst>
              <p:tags r:id="rId16"/>
            </p:custDataLst>
          </p:nvPr>
        </p:nvSpPr>
        <p:spPr>
          <a:xfrm>
            <a:off x="4070350" y="39624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/>
              <a:t>03</a:t>
            </a:r>
            <a:endParaRPr lang="zh-CN" altLang="en-US" smtClean="0"/>
          </a:p>
        </p:txBody>
      </p:sp>
      <p:sp>
        <p:nvSpPr>
          <p:cNvPr id="22" name="装饰  1"/>
          <p:cNvSpPr>
            <a:spLocks noGrp="1"/>
          </p:cNvSpPr>
          <p:nvPr>
            <p:ph type="body" idx="320014594" hasCustomPrompt="1"/>
            <p:custDataLst>
              <p:tags r:id="rId17"/>
            </p:custDataLst>
          </p:nvPr>
        </p:nvSpPr>
        <p:spPr>
          <a:xfrm>
            <a:off x="4851400" y="38862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3" name="Text Placeholder 22"/>
          <p:cNvSpPr>
            <a:spLocks noGrp="1"/>
          </p:cNvSpPr>
          <p:nvPr>
            <p:ph type="body" idx="51577089" hasCustomPrompt="1"/>
            <p:custDataLst>
              <p:tags r:id="rId18"/>
            </p:custDataLst>
          </p:nvPr>
        </p:nvSpPr>
        <p:spPr>
          <a:xfrm>
            <a:off x="5080000" y="38100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24" name="Text Placeholder 23"/>
          <p:cNvSpPr>
            <a:spLocks noGrp="1"/>
          </p:cNvSpPr>
          <p:nvPr>
            <p:ph type="body" idx="320080385" hasCustomPrompt="1"/>
            <p:custDataLst>
              <p:tags r:id="rId19"/>
            </p:custDataLst>
          </p:nvPr>
        </p:nvSpPr>
        <p:spPr>
          <a:xfrm>
            <a:off x="7994650" y="39624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/>
              <a:t>04</a:t>
            </a:r>
            <a:endParaRPr lang="zh-CN" altLang="en-US" smtClean="0"/>
          </a:p>
        </p:txBody>
      </p:sp>
      <p:sp>
        <p:nvSpPr>
          <p:cNvPr id="25" name="装饰  4"/>
          <p:cNvSpPr>
            <a:spLocks noGrp="1"/>
          </p:cNvSpPr>
          <p:nvPr>
            <p:ph type="body" idx="320080130" hasCustomPrompt="1"/>
            <p:custDataLst>
              <p:tags r:id="rId20"/>
            </p:custDataLst>
          </p:nvPr>
        </p:nvSpPr>
        <p:spPr>
          <a:xfrm>
            <a:off x="8775700" y="38862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6" name="Text Placeholder 25"/>
          <p:cNvSpPr>
            <a:spLocks noGrp="1"/>
          </p:cNvSpPr>
          <p:nvPr>
            <p:ph type="body" idx="51642625" hasCustomPrompt="1"/>
            <p:custDataLst>
              <p:tags r:id="rId21"/>
            </p:custDataLst>
          </p:nvPr>
        </p:nvSpPr>
        <p:spPr>
          <a:xfrm>
            <a:off x="9004300" y="38100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目录页-1-5_5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 descr="20796342_40480830.Z_40480830_蓝色商务风建筑线性材料PPT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635" y="-6350"/>
            <a:ext cx="12192000" cy="6858000"/>
          </a:xfrm>
          <a:prstGeom prst="rect">
            <a:avLst/>
          </a:prstGeom>
        </p:spPr>
      </p:pic>
      <p:sp>
        <p:nvSpPr>
          <p:cNvPr id="7" name="矩形 6"/>
          <p:cNvSpPr/>
          <p:nvPr userDrawn="1">
            <p:custDataLst>
              <p:tags r:id="rId4"/>
            </p:custDataLst>
          </p:nvPr>
        </p:nvSpPr>
        <p:spPr>
          <a:xfrm>
            <a:off x="0" y="0"/>
            <a:ext cx="12192635" cy="6870065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  <a:cs typeface="Arial Black" panose="020B0A04020102020204" charset="0"/>
            </a:endParaRPr>
          </a:p>
        </p:txBody>
      </p:sp>
      <p:sp>
        <p:nvSpPr>
          <p:cNvPr id="10" name="日期占位符 9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 wrap="square">
            <a:normAutofit/>
          </a:bodyPr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11" name="页脚占位符 10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12" name="灯片编号占位符 11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 wrap="square">
            <a:normAutofit/>
          </a:bodyPr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13" name="副标题 12"/>
          <p:cNvSpPr>
            <a:spLocks noGrp="1"/>
          </p:cNvSpPr>
          <p:nvPr>
            <p:ph type="subTitle" idx="16386" hasCustomPrompt="1"/>
            <p:custDataLst>
              <p:tags r:id="rId8"/>
            </p:custDataLst>
          </p:nvPr>
        </p:nvSpPr>
        <p:spPr>
          <a:xfrm>
            <a:off x="761471" y="2667000"/>
            <a:ext cx="2363258" cy="4572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CONTENTS</a:t>
            </a:r>
            <a:endParaRPr lang="zh-CN" altLang="en-US"/>
          </a:p>
        </p:txBody>
      </p:sp>
      <p:sp>
        <p:nvSpPr>
          <p:cNvPr id="14" name="标题 13"/>
          <p:cNvSpPr>
            <a:spLocks noGrp="1"/>
          </p:cNvSpPr>
          <p:nvPr>
            <p:ph type="ctrTitle" idx="16385" hasCustomPrompt="1"/>
            <p:custDataLst>
              <p:tags r:id="rId9"/>
            </p:custDataLst>
          </p:nvPr>
        </p:nvSpPr>
        <p:spPr>
          <a:xfrm>
            <a:off x="760942" y="3175000"/>
            <a:ext cx="2364317" cy="7620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04000"/>
              </a:lnSpc>
              <a:spcBef>
                <a:spcPct val="0"/>
              </a:spcBef>
              <a:spcAft>
                <a:spcPct val="0"/>
              </a:spcAft>
              <a:buNone/>
              <a:defRPr sz="4800" b="1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目录</a:t>
            </a:r>
            <a:endParaRPr lang="zh-CN" altLang="en-US"/>
          </a:p>
        </p:txBody>
      </p:sp>
      <p:sp>
        <p:nvSpPr>
          <p:cNvPr id="15" name="文本占位符 14"/>
          <p:cNvSpPr>
            <a:spLocks noGrp="1"/>
          </p:cNvSpPr>
          <p:nvPr>
            <p:ph type="body" idx="16388" hasCustomPrompt="1"/>
            <p:custDataLst>
              <p:tags r:id="rId10"/>
            </p:custDataLst>
          </p:nvPr>
        </p:nvSpPr>
        <p:spPr>
          <a:xfrm>
            <a:off x="4070350" y="14478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/>
              <a:t>01</a:t>
            </a:r>
            <a:endParaRPr lang="zh-CN" altLang="en-US" smtClean="0"/>
          </a:p>
        </p:txBody>
      </p:sp>
      <p:sp>
        <p:nvSpPr>
          <p:cNvPr id="16" name="装饰  5"/>
          <p:cNvSpPr>
            <a:spLocks noGrp="1"/>
          </p:cNvSpPr>
          <p:nvPr>
            <p:ph type="body" idx="16397" hasCustomPrompt="1"/>
            <p:custDataLst>
              <p:tags r:id="rId11"/>
            </p:custDataLst>
          </p:nvPr>
        </p:nvSpPr>
        <p:spPr>
          <a:xfrm>
            <a:off x="4851400" y="13716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7" name="文本占位符 16"/>
          <p:cNvSpPr>
            <a:spLocks noGrp="1"/>
          </p:cNvSpPr>
          <p:nvPr>
            <p:ph type="body" idx="16387" hasCustomPrompt="1"/>
            <p:custDataLst>
              <p:tags r:id="rId12"/>
            </p:custDataLst>
          </p:nvPr>
        </p:nvSpPr>
        <p:spPr>
          <a:xfrm>
            <a:off x="5080000" y="12954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8" name="文本占位符 17"/>
          <p:cNvSpPr>
            <a:spLocks noGrp="1"/>
          </p:cNvSpPr>
          <p:nvPr>
            <p:ph type="body" idx="16390" hasCustomPrompt="1"/>
            <p:custDataLst>
              <p:tags r:id="rId13"/>
            </p:custDataLst>
          </p:nvPr>
        </p:nvSpPr>
        <p:spPr>
          <a:xfrm>
            <a:off x="7994650" y="14478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/>
              <a:t>02</a:t>
            </a:r>
            <a:endParaRPr lang="zh-CN" altLang="en-US" smtClean="0"/>
          </a:p>
        </p:txBody>
      </p:sp>
      <p:sp>
        <p:nvSpPr>
          <p:cNvPr id="19" name="装饰  8"/>
          <p:cNvSpPr>
            <a:spLocks noGrp="1"/>
          </p:cNvSpPr>
          <p:nvPr>
            <p:ph type="body" idx="16398" hasCustomPrompt="1"/>
            <p:custDataLst>
              <p:tags r:id="rId14"/>
            </p:custDataLst>
          </p:nvPr>
        </p:nvSpPr>
        <p:spPr>
          <a:xfrm>
            <a:off x="8775700" y="13716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0" name="文本占位符 19"/>
          <p:cNvSpPr>
            <a:spLocks noGrp="1"/>
          </p:cNvSpPr>
          <p:nvPr>
            <p:ph type="body" idx="16389" hasCustomPrompt="1"/>
            <p:custDataLst>
              <p:tags r:id="rId15"/>
            </p:custDataLst>
          </p:nvPr>
        </p:nvSpPr>
        <p:spPr>
          <a:xfrm>
            <a:off x="9004300" y="12954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21" name="文本占位符 20"/>
          <p:cNvSpPr>
            <a:spLocks noGrp="1"/>
          </p:cNvSpPr>
          <p:nvPr>
            <p:ph type="body" idx="16392" hasCustomPrompt="1"/>
            <p:custDataLst>
              <p:tags r:id="rId16"/>
            </p:custDataLst>
          </p:nvPr>
        </p:nvSpPr>
        <p:spPr>
          <a:xfrm>
            <a:off x="4070350" y="31242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/>
              <a:t>03</a:t>
            </a:r>
            <a:endParaRPr lang="zh-CN" altLang="en-US" smtClean="0"/>
          </a:p>
        </p:txBody>
      </p:sp>
      <p:sp>
        <p:nvSpPr>
          <p:cNvPr id="22" name="装饰  1"/>
          <p:cNvSpPr>
            <a:spLocks noGrp="1"/>
          </p:cNvSpPr>
          <p:nvPr>
            <p:ph type="body" idx="16399" hasCustomPrompt="1"/>
            <p:custDataLst>
              <p:tags r:id="rId17"/>
            </p:custDataLst>
          </p:nvPr>
        </p:nvSpPr>
        <p:spPr>
          <a:xfrm>
            <a:off x="4851400" y="30480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3" name="文本占位符 22"/>
          <p:cNvSpPr>
            <a:spLocks noGrp="1"/>
          </p:cNvSpPr>
          <p:nvPr>
            <p:ph type="body" idx="16391" hasCustomPrompt="1"/>
            <p:custDataLst>
              <p:tags r:id="rId18"/>
            </p:custDataLst>
          </p:nvPr>
        </p:nvSpPr>
        <p:spPr>
          <a:xfrm>
            <a:off x="5080000" y="29718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24" name="文本占位符 23"/>
          <p:cNvSpPr>
            <a:spLocks noGrp="1"/>
          </p:cNvSpPr>
          <p:nvPr>
            <p:ph type="body" idx="16394" hasCustomPrompt="1"/>
            <p:custDataLst>
              <p:tags r:id="rId19"/>
            </p:custDataLst>
          </p:nvPr>
        </p:nvSpPr>
        <p:spPr>
          <a:xfrm>
            <a:off x="7994650" y="31242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/>
              <a:t>04</a:t>
            </a:r>
            <a:endParaRPr lang="zh-CN" altLang="en-US" smtClean="0"/>
          </a:p>
        </p:txBody>
      </p:sp>
      <p:sp>
        <p:nvSpPr>
          <p:cNvPr id="25" name="装饰  4"/>
          <p:cNvSpPr>
            <a:spLocks noGrp="1"/>
          </p:cNvSpPr>
          <p:nvPr>
            <p:ph type="body" idx="16400" hasCustomPrompt="1"/>
            <p:custDataLst>
              <p:tags r:id="rId20"/>
            </p:custDataLst>
          </p:nvPr>
        </p:nvSpPr>
        <p:spPr>
          <a:xfrm>
            <a:off x="8775700" y="30480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6" name="文本占位符 25"/>
          <p:cNvSpPr>
            <a:spLocks noGrp="1"/>
          </p:cNvSpPr>
          <p:nvPr>
            <p:ph type="body" idx="16393" hasCustomPrompt="1"/>
            <p:custDataLst>
              <p:tags r:id="rId21"/>
            </p:custDataLst>
          </p:nvPr>
        </p:nvSpPr>
        <p:spPr>
          <a:xfrm>
            <a:off x="9004300" y="29718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27" name="文本占位符 26"/>
          <p:cNvSpPr>
            <a:spLocks noGrp="1"/>
          </p:cNvSpPr>
          <p:nvPr>
            <p:ph type="body" idx="16396" hasCustomPrompt="1"/>
            <p:custDataLst>
              <p:tags r:id="rId22"/>
            </p:custDataLst>
          </p:nvPr>
        </p:nvSpPr>
        <p:spPr>
          <a:xfrm>
            <a:off x="4070350" y="48006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/>
              <a:t>05</a:t>
            </a:r>
            <a:endParaRPr lang="zh-CN" altLang="en-US" smtClean="0"/>
          </a:p>
        </p:txBody>
      </p:sp>
      <p:sp>
        <p:nvSpPr>
          <p:cNvPr id="28" name="装饰  7"/>
          <p:cNvSpPr>
            <a:spLocks noGrp="1"/>
          </p:cNvSpPr>
          <p:nvPr>
            <p:ph type="body" idx="16401" hasCustomPrompt="1"/>
            <p:custDataLst>
              <p:tags r:id="rId23"/>
            </p:custDataLst>
          </p:nvPr>
        </p:nvSpPr>
        <p:spPr>
          <a:xfrm>
            <a:off x="4851400" y="47244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9" name="文本占位符 28"/>
          <p:cNvSpPr>
            <a:spLocks noGrp="1"/>
          </p:cNvSpPr>
          <p:nvPr>
            <p:ph type="body" idx="16395" hasCustomPrompt="1"/>
            <p:custDataLst>
              <p:tags r:id="rId24"/>
            </p:custDataLst>
          </p:nvPr>
        </p:nvSpPr>
        <p:spPr>
          <a:xfrm>
            <a:off x="5080000" y="46482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正文页-32_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 descr="20796342_40480830.Z_40480830_蓝色商务风建筑线性材料PPT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635" y="-6350"/>
            <a:ext cx="12192000" cy="6858000"/>
          </a:xfrm>
          <a:prstGeom prst="rect">
            <a:avLst/>
          </a:prstGeom>
        </p:spPr>
      </p:pic>
      <p:sp>
        <p:nvSpPr>
          <p:cNvPr id="7" name="矩形 6"/>
          <p:cNvSpPr/>
          <p:nvPr userDrawn="1">
            <p:custDataLst>
              <p:tags r:id="rId4"/>
            </p:custDataLst>
          </p:nvPr>
        </p:nvSpPr>
        <p:spPr>
          <a:xfrm>
            <a:off x="0" y="0"/>
            <a:ext cx="12192635" cy="6870065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  <a:cs typeface="Arial Black" panose="020B0A04020102020204" charset="0"/>
            </a:endParaRPr>
          </a:p>
        </p:txBody>
      </p:sp>
      <p:sp>
        <p:nvSpPr>
          <p:cNvPr id="10" name="日期占位符 9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 wrap="square">
            <a:normAutofit/>
          </a:bodyPr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11" name="页脚占位符 10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12" name="灯片编号占位符 11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 wrap="square">
            <a:normAutofit/>
          </a:bodyPr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13" name="标题 12"/>
          <p:cNvSpPr>
            <a:spLocks noGrp="1"/>
          </p:cNvSpPr>
          <p:nvPr>
            <p:ph type="ctrTitle" idx="16385" hasCustomPrompt="1"/>
            <p:custDataLst>
              <p:tags r:id="rId8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14" name="装饰  3"/>
          <p:cNvSpPr>
            <a:spLocks noGrp="1"/>
          </p:cNvSpPr>
          <p:nvPr>
            <p:ph type="body" idx="16391" hasCustomPrompt="1"/>
            <p:custDataLst>
              <p:tags r:id="rId9"/>
            </p:custDataLst>
          </p:nvPr>
        </p:nvSpPr>
        <p:spPr>
          <a:xfrm>
            <a:off x="609600" y="1524000"/>
            <a:ext cx="5334000" cy="4724400"/>
          </a:xfrm>
          <a:custGeom>
            <a:avLst/>
            <a:gdLst>
              <a:gd name="connisteX0" fmla="*/ 0 w 5334000"/>
              <a:gd name="connsiteY0" fmla="*/ 203200 h 4724400"/>
              <a:gd name="connisteX1" fmla="*/ 203200 w 5334000"/>
              <a:gd name="connsiteY1" fmla="*/ 0 h 4724400"/>
              <a:gd name="connisteX2" fmla="*/ 5130800 w 5334000"/>
              <a:gd name="connsiteY2" fmla="*/ 0 h 4724400"/>
              <a:gd name="connisteX3" fmla="*/ 5334000 w 5334000"/>
              <a:gd name="connsiteY3" fmla="*/ 203200 h 4724400"/>
              <a:gd name="connisteX4" fmla="*/ 5334000 w 5334000"/>
              <a:gd name="connsiteY4" fmla="*/ 4521200 h 4724400"/>
              <a:gd name="connisteX5" fmla="*/ 5130800 w 5334000"/>
              <a:gd name="connsiteY5" fmla="*/ 4724400 h 4724400"/>
              <a:gd name="connisteX6" fmla="*/ 203200 w 5334000"/>
              <a:gd name="connsiteY6" fmla="*/ 4724400 h 4724400"/>
              <a:gd name="connisteX7" fmla="*/ 0 w 5334000"/>
              <a:gd name="connsiteY7" fmla="*/ 4521200 h 4724400"/>
              <a:gd name="connisteX8" fmla="*/ 0 w 5334000"/>
              <a:gd name="connsiteY8" fmla="*/ 203200 h 472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334000" h="47244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5130800" y="0"/>
                </a:lnTo>
                <a:cubicBezTo>
                  <a:pt x="5243024" y="0"/>
                  <a:pt x="5334000" y="90976"/>
                  <a:pt x="5334000" y="203200"/>
                </a:cubicBezTo>
                <a:lnTo>
                  <a:pt x="5334000" y="4521200"/>
                </a:lnTo>
                <a:cubicBezTo>
                  <a:pt x="5334000" y="4633424"/>
                  <a:pt x="5243024" y="4724400"/>
                  <a:pt x="5130800" y="4724400"/>
                </a:cubicBezTo>
                <a:lnTo>
                  <a:pt x="203200" y="4724400"/>
                </a:lnTo>
                <a:cubicBezTo>
                  <a:pt x="90976" y="4724400"/>
                  <a:pt x="0" y="4633424"/>
                  <a:pt x="0" y="45212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5" name="装饰  4"/>
          <p:cNvSpPr>
            <a:spLocks noGrp="1"/>
          </p:cNvSpPr>
          <p:nvPr>
            <p:ph type="body" idx="16392" hasCustomPrompt="1"/>
            <p:custDataLst>
              <p:tags r:id="rId10"/>
            </p:custDataLst>
          </p:nvPr>
        </p:nvSpPr>
        <p:spPr>
          <a:xfrm>
            <a:off x="2514600" y="2362200"/>
            <a:ext cx="1524000" cy="1524000"/>
          </a:xfrm>
          <a:custGeom>
            <a:avLst/>
            <a:gdLst>
              <a:gd name="connisteX0" fmla="*/ 0 w 1524000"/>
              <a:gd name="connsiteY0" fmla="*/ 762000 h 1524000"/>
              <a:gd name="connisteX1" fmla="*/ 762000 w 1524000"/>
              <a:gd name="connsiteY1" fmla="*/ 0 h 1524000"/>
              <a:gd name="connisteX2" fmla="*/ 762000 w 1524000"/>
              <a:gd name="connsiteY2" fmla="*/ 0 h 1524000"/>
              <a:gd name="connisteX3" fmla="*/ 1524000 w 1524000"/>
              <a:gd name="connsiteY3" fmla="*/ 762000 h 1524000"/>
              <a:gd name="connisteX4" fmla="*/ 1524000 w 1524000"/>
              <a:gd name="connsiteY4" fmla="*/ 762000 h 1524000"/>
              <a:gd name="connisteX5" fmla="*/ 762000 w 1524000"/>
              <a:gd name="connsiteY5" fmla="*/ 1524000 h 1524000"/>
              <a:gd name="connisteX6" fmla="*/ 762000 w 1524000"/>
              <a:gd name="connsiteY6" fmla="*/ 1524000 h 1524000"/>
              <a:gd name="connisteX7" fmla="*/ 0 w 1524000"/>
              <a:gd name="connsiteY7" fmla="*/ 762000 h 1524000"/>
              <a:gd name="connisteX8" fmla="*/ 0 w 1524000"/>
              <a:gd name="connsiteY8" fmla="*/ 762000 h 1524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524000" h="1524000">
                <a:moveTo>
                  <a:pt x="0" y="762000"/>
                </a:moveTo>
                <a:cubicBezTo>
                  <a:pt x="0" y="341159"/>
                  <a:pt x="341159" y="0"/>
                  <a:pt x="762000" y="0"/>
                </a:cubicBezTo>
                <a:lnTo>
                  <a:pt x="762000" y="0"/>
                </a:lnTo>
                <a:cubicBezTo>
                  <a:pt x="1182841" y="0"/>
                  <a:pt x="1524000" y="341159"/>
                  <a:pt x="1524000" y="762000"/>
                </a:cubicBezTo>
                <a:lnTo>
                  <a:pt x="1524000" y="762000"/>
                </a:lnTo>
                <a:cubicBezTo>
                  <a:pt x="1524000" y="1182841"/>
                  <a:pt x="1182841" y="1524000"/>
                  <a:pt x="762000" y="1524000"/>
                </a:cubicBezTo>
                <a:lnTo>
                  <a:pt x="762000" y="1524000"/>
                </a:lnTo>
                <a:cubicBezTo>
                  <a:pt x="341159" y="1524000"/>
                  <a:pt x="0" y="1182841"/>
                  <a:pt x="0" y="762000"/>
                </a:cubicBezTo>
                <a:lnTo>
                  <a:pt x="0" y="7620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6" name="图片占位符 15"/>
          <p:cNvSpPr>
            <a:spLocks noGrp="1"/>
          </p:cNvSpPr>
          <p:nvPr>
            <p:ph type="pic" idx="16390" hasCustomPrompt="1"/>
            <p:custDataLst>
              <p:tags r:id="rId11"/>
            </p:custDataLst>
          </p:nvPr>
        </p:nvSpPr>
        <p:spPr>
          <a:xfrm>
            <a:off x="2870200" y="2717800"/>
            <a:ext cx="812800" cy="812800"/>
          </a:xfrm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7" name="文本占位符 16"/>
          <p:cNvSpPr>
            <a:spLocks noGrp="1"/>
          </p:cNvSpPr>
          <p:nvPr>
            <p:ph type="body" idx="16386" hasCustomPrompt="1"/>
            <p:custDataLst>
              <p:tags r:id="rId12"/>
            </p:custDataLst>
          </p:nvPr>
        </p:nvSpPr>
        <p:spPr>
          <a:xfrm>
            <a:off x="1016000" y="4241800"/>
            <a:ext cx="4521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8" name="文本占位符 17"/>
          <p:cNvSpPr>
            <a:spLocks noGrp="1"/>
          </p:cNvSpPr>
          <p:nvPr>
            <p:ph type="body" idx="16387" hasCustomPrompt="1"/>
            <p:custDataLst>
              <p:tags r:id="rId13"/>
            </p:custDataLst>
          </p:nvPr>
        </p:nvSpPr>
        <p:spPr>
          <a:xfrm>
            <a:off x="1016000" y="4800600"/>
            <a:ext cx="45212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9" name="装饰  8"/>
          <p:cNvSpPr>
            <a:spLocks noGrp="1"/>
          </p:cNvSpPr>
          <p:nvPr>
            <p:ph type="body" idx="16394" hasCustomPrompt="1"/>
            <p:custDataLst>
              <p:tags r:id="rId14"/>
            </p:custDataLst>
          </p:nvPr>
        </p:nvSpPr>
        <p:spPr>
          <a:xfrm>
            <a:off x="6248400" y="1524000"/>
            <a:ext cx="5334000" cy="4724400"/>
          </a:xfrm>
          <a:custGeom>
            <a:avLst/>
            <a:gdLst>
              <a:gd name="connisteX0" fmla="*/ 0 w 5334000"/>
              <a:gd name="connsiteY0" fmla="*/ 203200 h 4724400"/>
              <a:gd name="connisteX1" fmla="*/ 203200 w 5334000"/>
              <a:gd name="connsiteY1" fmla="*/ 0 h 4724400"/>
              <a:gd name="connisteX2" fmla="*/ 5130800 w 5334000"/>
              <a:gd name="connsiteY2" fmla="*/ 0 h 4724400"/>
              <a:gd name="connisteX3" fmla="*/ 5334000 w 5334000"/>
              <a:gd name="connsiteY3" fmla="*/ 203200 h 4724400"/>
              <a:gd name="connisteX4" fmla="*/ 5334000 w 5334000"/>
              <a:gd name="connsiteY4" fmla="*/ 4521200 h 4724400"/>
              <a:gd name="connisteX5" fmla="*/ 5130800 w 5334000"/>
              <a:gd name="connsiteY5" fmla="*/ 4724400 h 4724400"/>
              <a:gd name="connisteX6" fmla="*/ 203200 w 5334000"/>
              <a:gd name="connsiteY6" fmla="*/ 4724400 h 4724400"/>
              <a:gd name="connisteX7" fmla="*/ 0 w 5334000"/>
              <a:gd name="connsiteY7" fmla="*/ 4521200 h 4724400"/>
              <a:gd name="connisteX8" fmla="*/ 0 w 5334000"/>
              <a:gd name="connsiteY8" fmla="*/ 203200 h 472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334000" h="47244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5130800" y="0"/>
                </a:lnTo>
                <a:cubicBezTo>
                  <a:pt x="5243024" y="0"/>
                  <a:pt x="5334000" y="90976"/>
                  <a:pt x="5334000" y="203200"/>
                </a:cubicBezTo>
                <a:lnTo>
                  <a:pt x="5334000" y="4521200"/>
                </a:lnTo>
                <a:cubicBezTo>
                  <a:pt x="5334000" y="4633424"/>
                  <a:pt x="5243024" y="4724400"/>
                  <a:pt x="5130800" y="4724400"/>
                </a:cubicBezTo>
                <a:lnTo>
                  <a:pt x="203200" y="4724400"/>
                </a:lnTo>
                <a:cubicBezTo>
                  <a:pt x="90976" y="4724400"/>
                  <a:pt x="0" y="4633424"/>
                  <a:pt x="0" y="4521200"/>
                </a:cubicBezTo>
                <a:lnTo>
                  <a:pt x="0" y="2032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0" name="装饰  9"/>
          <p:cNvSpPr>
            <a:spLocks noGrp="1"/>
          </p:cNvSpPr>
          <p:nvPr>
            <p:ph type="body" idx="16395" hasCustomPrompt="1"/>
            <p:custDataLst>
              <p:tags r:id="rId15"/>
            </p:custDataLst>
          </p:nvPr>
        </p:nvSpPr>
        <p:spPr>
          <a:xfrm>
            <a:off x="8153400" y="2362200"/>
            <a:ext cx="1524000" cy="1524000"/>
          </a:xfrm>
          <a:custGeom>
            <a:avLst/>
            <a:gdLst>
              <a:gd name="connisteX0" fmla="*/ 0 w 1524000"/>
              <a:gd name="connsiteY0" fmla="*/ 762000 h 1524000"/>
              <a:gd name="connisteX1" fmla="*/ 762000 w 1524000"/>
              <a:gd name="connsiteY1" fmla="*/ 0 h 1524000"/>
              <a:gd name="connisteX2" fmla="*/ 762000 w 1524000"/>
              <a:gd name="connsiteY2" fmla="*/ 0 h 1524000"/>
              <a:gd name="connisteX3" fmla="*/ 1524000 w 1524000"/>
              <a:gd name="connsiteY3" fmla="*/ 762000 h 1524000"/>
              <a:gd name="connisteX4" fmla="*/ 1524000 w 1524000"/>
              <a:gd name="connsiteY4" fmla="*/ 762000 h 1524000"/>
              <a:gd name="connisteX5" fmla="*/ 762000 w 1524000"/>
              <a:gd name="connsiteY5" fmla="*/ 1524000 h 1524000"/>
              <a:gd name="connisteX6" fmla="*/ 762000 w 1524000"/>
              <a:gd name="connsiteY6" fmla="*/ 1524000 h 1524000"/>
              <a:gd name="connisteX7" fmla="*/ 0 w 1524000"/>
              <a:gd name="connsiteY7" fmla="*/ 762000 h 1524000"/>
              <a:gd name="connisteX8" fmla="*/ 0 w 1524000"/>
              <a:gd name="connsiteY8" fmla="*/ 762000 h 1524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524000" h="1524000">
                <a:moveTo>
                  <a:pt x="0" y="762000"/>
                </a:moveTo>
                <a:cubicBezTo>
                  <a:pt x="0" y="341159"/>
                  <a:pt x="341159" y="0"/>
                  <a:pt x="762000" y="0"/>
                </a:cubicBezTo>
                <a:lnTo>
                  <a:pt x="762000" y="0"/>
                </a:lnTo>
                <a:cubicBezTo>
                  <a:pt x="1182841" y="0"/>
                  <a:pt x="1524000" y="341159"/>
                  <a:pt x="1524000" y="762000"/>
                </a:cubicBezTo>
                <a:lnTo>
                  <a:pt x="1524000" y="762000"/>
                </a:lnTo>
                <a:cubicBezTo>
                  <a:pt x="1524000" y="1182841"/>
                  <a:pt x="1182841" y="1524000"/>
                  <a:pt x="762000" y="1524000"/>
                </a:cubicBezTo>
                <a:lnTo>
                  <a:pt x="762000" y="1524000"/>
                </a:lnTo>
                <a:cubicBezTo>
                  <a:pt x="341159" y="1524000"/>
                  <a:pt x="0" y="1182841"/>
                  <a:pt x="0" y="762000"/>
                </a:cubicBezTo>
                <a:lnTo>
                  <a:pt x="0" y="762000"/>
                </a:lnTo>
                <a:close/>
              </a:path>
            </a:pathLst>
          </a:custGeom>
          <a:solidFill>
            <a:srgbClr val="FFFFFF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1" name="图片占位符 20"/>
          <p:cNvSpPr>
            <a:spLocks noGrp="1"/>
          </p:cNvSpPr>
          <p:nvPr>
            <p:ph type="pic" idx="16393" hasCustomPrompt="1"/>
            <p:custDataLst>
              <p:tags r:id="rId16"/>
            </p:custDataLst>
          </p:nvPr>
        </p:nvSpPr>
        <p:spPr>
          <a:xfrm>
            <a:off x="8509000" y="2717800"/>
            <a:ext cx="812800" cy="812800"/>
          </a:xfrm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22" name="文本占位符 21"/>
          <p:cNvSpPr>
            <a:spLocks noGrp="1"/>
          </p:cNvSpPr>
          <p:nvPr>
            <p:ph type="body" idx="16388" hasCustomPrompt="1"/>
            <p:custDataLst>
              <p:tags r:id="rId17"/>
            </p:custDataLst>
          </p:nvPr>
        </p:nvSpPr>
        <p:spPr>
          <a:xfrm>
            <a:off x="6654800" y="4241800"/>
            <a:ext cx="4521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23" name="文本占位符 22"/>
          <p:cNvSpPr>
            <a:spLocks noGrp="1"/>
          </p:cNvSpPr>
          <p:nvPr>
            <p:ph type="body" idx="16389" hasCustomPrompt="1"/>
            <p:custDataLst>
              <p:tags r:id="rId18"/>
            </p:custDataLst>
          </p:nvPr>
        </p:nvSpPr>
        <p:spPr>
          <a:xfrm>
            <a:off x="6654800" y="4800600"/>
            <a:ext cx="45212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正文页-61_25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 descr="20796342_40480830.Z_40480830_蓝色商务风建筑线性材料PPT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635" y="-6350"/>
            <a:ext cx="12192000" cy="6858000"/>
          </a:xfrm>
          <a:prstGeom prst="rect">
            <a:avLst/>
          </a:prstGeom>
        </p:spPr>
      </p:pic>
      <p:sp>
        <p:nvSpPr>
          <p:cNvPr id="7" name="矩形 6"/>
          <p:cNvSpPr/>
          <p:nvPr userDrawn="1">
            <p:custDataLst>
              <p:tags r:id="rId4"/>
            </p:custDataLst>
          </p:nvPr>
        </p:nvSpPr>
        <p:spPr>
          <a:xfrm>
            <a:off x="0" y="0"/>
            <a:ext cx="12192635" cy="6870065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  <a:cs typeface="Arial Black" panose="020B0A04020102020204" charset="0"/>
            </a:endParaRPr>
          </a:p>
        </p:txBody>
      </p:sp>
      <p:sp>
        <p:nvSpPr>
          <p:cNvPr id="10" name="日期占位符 9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 wrap="square">
            <a:normAutofit/>
          </a:bodyPr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11" name="页脚占位符 10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12" name="灯片编号占位符 11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 wrap="square">
            <a:normAutofit/>
          </a:bodyPr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13" name="标题 12"/>
          <p:cNvSpPr>
            <a:spLocks noGrp="1"/>
          </p:cNvSpPr>
          <p:nvPr>
            <p:ph type="ctrTitle" idx="16385" hasCustomPrompt="1"/>
            <p:custDataLst>
              <p:tags r:id="rId8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14" name="内容占位符 13"/>
          <p:cNvSpPr>
            <a:spLocks noGrp="1"/>
          </p:cNvSpPr>
          <p:nvPr>
            <p:ph idx="16392" hasCustomPrompt="1"/>
            <p:custDataLst>
              <p:tags r:id="rId9"/>
            </p:custDataLst>
          </p:nvPr>
        </p:nvSpPr>
        <p:spPr>
          <a:xfrm>
            <a:off x="6096000" y="1524000"/>
            <a:ext cx="5486400" cy="4724400"/>
          </a:xfrm>
          <a:custGeom>
            <a:avLst/>
            <a:gdLst>
              <a:gd name="connisteX0" fmla="*/ 0 w 5486400"/>
              <a:gd name="connsiteY0" fmla="*/ 0 h 4724400"/>
              <a:gd name="connisteX1" fmla="*/ 5283200 w 5486400"/>
              <a:gd name="connsiteY1" fmla="*/ 0 h 4724400"/>
              <a:gd name="connisteX2" fmla="*/ 5486400 w 5486400"/>
              <a:gd name="connsiteY2" fmla="*/ 203200 h 4724400"/>
              <a:gd name="connisteX3" fmla="*/ 5486400 w 5486400"/>
              <a:gd name="connsiteY3" fmla="*/ 4521200 h 4724400"/>
              <a:gd name="connisteX4" fmla="*/ 5283200 w 5486400"/>
              <a:gd name="connsiteY4" fmla="*/ 4724400 h 4724400"/>
              <a:gd name="connisteX5" fmla="*/ 0 w 5486400"/>
              <a:gd name="connsiteY5" fmla="*/ 4724400 h 4724400"/>
              <a:gd name="connisteX6" fmla="*/ 0 w 5486400"/>
              <a:gd name="connsiteY6" fmla="*/ 0 h 472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5486400" h="4724400">
                <a:moveTo>
                  <a:pt x="0" y="0"/>
                </a:moveTo>
                <a:lnTo>
                  <a:pt x="5283200" y="0"/>
                </a:lnTo>
                <a:cubicBezTo>
                  <a:pt x="5395424" y="0"/>
                  <a:pt x="5486400" y="90976"/>
                  <a:pt x="5486400" y="203200"/>
                </a:cubicBezTo>
                <a:lnTo>
                  <a:pt x="5486400" y="4521200"/>
                </a:lnTo>
                <a:cubicBezTo>
                  <a:pt x="5486400" y="4633424"/>
                  <a:pt x="5395424" y="4724400"/>
                  <a:pt x="5283200" y="4724400"/>
                </a:cubicBezTo>
                <a:lnTo>
                  <a:pt x="0" y="4724400"/>
                </a:lnTo>
                <a:lnTo>
                  <a:pt x="0" y="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5" name="装饰  4"/>
          <p:cNvSpPr>
            <a:spLocks noGrp="1"/>
          </p:cNvSpPr>
          <p:nvPr>
            <p:ph type="body" idx="16393" hasCustomPrompt="1"/>
            <p:custDataLst>
              <p:tags r:id="rId10"/>
            </p:custDataLst>
          </p:nvPr>
        </p:nvSpPr>
        <p:spPr>
          <a:xfrm>
            <a:off x="609600" y="1524000"/>
            <a:ext cx="5486400" cy="4724400"/>
          </a:xfrm>
          <a:custGeom>
            <a:avLst/>
            <a:gdLst>
              <a:gd name="connisteX0" fmla="*/ 0 w 5486400"/>
              <a:gd name="connsiteY0" fmla="*/ 203200 h 4724400"/>
              <a:gd name="connisteX1" fmla="*/ 203200 w 5486400"/>
              <a:gd name="connsiteY1" fmla="*/ 0 h 4724400"/>
              <a:gd name="connisteX2" fmla="*/ 5486400 w 5486400"/>
              <a:gd name="connsiteY2" fmla="*/ 0 h 4724400"/>
              <a:gd name="connisteX3" fmla="*/ 5486400 w 5486400"/>
              <a:gd name="connsiteY3" fmla="*/ 4724400 h 4724400"/>
              <a:gd name="connisteX4" fmla="*/ 203200 w 5486400"/>
              <a:gd name="connsiteY4" fmla="*/ 4724400 h 4724400"/>
              <a:gd name="connisteX5" fmla="*/ 0 w 5486400"/>
              <a:gd name="connsiteY5" fmla="*/ 4521200 h 4724400"/>
              <a:gd name="connisteX6" fmla="*/ 0 w 5486400"/>
              <a:gd name="connsiteY6" fmla="*/ 203200 h 472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5486400" h="47244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5486400" y="0"/>
                </a:lnTo>
                <a:lnTo>
                  <a:pt x="5486400" y="4724400"/>
                </a:lnTo>
                <a:lnTo>
                  <a:pt x="203200" y="4724400"/>
                </a:lnTo>
                <a:cubicBezTo>
                  <a:pt x="90976" y="4724400"/>
                  <a:pt x="0" y="4633424"/>
                  <a:pt x="0" y="4521200"/>
                </a:cubicBezTo>
                <a:lnTo>
                  <a:pt x="0" y="2032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6386" hasCustomPrompt="1"/>
            <p:custDataLst>
              <p:tags r:id="rId11"/>
            </p:custDataLst>
          </p:nvPr>
        </p:nvSpPr>
        <p:spPr>
          <a:xfrm>
            <a:off x="1066800" y="1981200"/>
            <a:ext cx="45720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7" name="文本占位符 16"/>
          <p:cNvSpPr>
            <a:spLocks noGrp="1"/>
          </p:cNvSpPr>
          <p:nvPr>
            <p:ph type="body" idx="16387" hasCustomPrompt="1"/>
            <p:custDataLst>
              <p:tags r:id="rId12"/>
            </p:custDataLst>
          </p:nvPr>
        </p:nvSpPr>
        <p:spPr>
          <a:xfrm>
            <a:off x="1066800" y="2540000"/>
            <a:ext cx="4572000" cy="3048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8" name="文本占位符 17"/>
          <p:cNvSpPr>
            <a:spLocks noGrp="1"/>
          </p:cNvSpPr>
          <p:nvPr>
            <p:ph type="body" idx="16388" hasCustomPrompt="1"/>
            <p:custDataLst>
              <p:tags r:id="rId13"/>
            </p:custDataLst>
          </p:nvPr>
        </p:nvSpPr>
        <p:spPr>
          <a:xfrm>
            <a:off x="1066800" y="3454400"/>
            <a:ext cx="45720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9" name="文本占位符 18"/>
          <p:cNvSpPr>
            <a:spLocks noGrp="1"/>
          </p:cNvSpPr>
          <p:nvPr>
            <p:ph type="body" idx="16389" hasCustomPrompt="1"/>
            <p:custDataLst>
              <p:tags r:id="rId14"/>
            </p:custDataLst>
          </p:nvPr>
        </p:nvSpPr>
        <p:spPr>
          <a:xfrm>
            <a:off x="1066800" y="4013200"/>
            <a:ext cx="4572000" cy="3048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20" name="文本占位符 19"/>
          <p:cNvSpPr>
            <a:spLocks noGrp="1"/>
          </p:cNvSpPr>
          <p:nvPr>
            <p:ph type="body" idx="16390" hasCustomPrompt="1"/>
            <p:custDataLst>
              <p:tags r:id="rId15"/>
            </p:custDataLst>
          </p:nvPr>
        </p:nvSpPr>
        <p:spPr>
          <a:xfrm>
            <a:off x="1066800" y="4927600"/>
            <a:ext cx="45720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21" name="文本占位符 20"/>
          <p:cNvSpPr>
            <a:spLocks noGrp="1"/>
          </p:cNvSpPr>
          <p:nvPr>
            <p:ph type="body" idx="16391" hasCustomPrompt="1"/>
            <p:custDataLst>
              <p:tags r:id="rId16"/>
            </p:custDataLst>
          </p:nvPr>
        </p:nvSpPr>
        <p:spPr>
          <a:xfrm>
            <a:off x="1066800" y="5486400"/>
            <a:ext cx="4572000" cy="3048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正文页-26_6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 descr="20796342_40480830.Z_40480830_蓝色商务风建筑线性材料PPT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635" y="-6350"/>
            <a:ext cx="12192000" cy="6858000"/>
          </a:xfrm>
          <a:prstGeom prst="rect">
            <a:avLst/>
          </a:prstGeom>
        </p:spPr>
      </p:pic>
      <p:sp>
        <p:nvSpPr>
          <p:cNvPr id="7" name="矩形 6"/>
          <p:cNvSpPr/>
          <p:nvPr userDrawn="1">
            <p:custDataLst>
              <p:tags r:id="rId4"/>
            </p:custDataLst>
          </p:nvPr>
        </p:nvSpPr>
        <p:spPr>
          <a:xfrm>
            <a:off x="0" y="0"/>
            <a:ext cx="12192635" cy="6870065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  <a:cs typeface="Arial Black" panose="020B0A04020102020204" charset="0"/>
            </a:endParaRPr>
          </a:p>
        </p:txBody>
      </p:sp>
      <p:sp>
        <p:nvSpPr>
          <p:cNvPr id="10" name="日期占位符 9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 wrap="square">
            <a:normAutofit/>
          </a:bodyPr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11" name="页脚占位符 10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12" name="灯片编号占位符 11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 wrap="square">
            <a:normAutofit/>
          </a:bodyPr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13" name="标题 12"/>
          <p:cNvSpPr>
            <a:spLocks noGrp="1"/>
          </p:cNvSpPr>
          <p:nvPr>
            <p:ph type="ctrTitle" idx="16385" hasCustomPrompt="1"/>
            <p:custDataLst>
              <p:tags r:id="rId8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14" name="装饰  3"/>
          <p:cNvSpPr>
            <a:spLocks noGrp="1"/>
          </p:cNvSpPr>
          <p:nvPr>
            <p:ph type="body" idx="16390" hasCustomPrompt="1"/>
            <p:custDataLst>
              <p:tags r:id="rId9"/>
            </p:custDataLst>
          </p:nvPr>
        </p:nvSpPr>
        <p:spPr>
          <a:xfrm>
            <a:off x="609600" y="3556000"/>
            <a:ext cx="5334000" cy="2692400"/>
          </a:xfrm>
          <a:custGeom>
            <a:avLst/>
            <a:gdLst>
              <a:gd name="connisteX0" fmla="*/ 0 w 5334000"/>
              <a:gd name="connsiteY0" fmla="*/ 0 h 2692400"/>
              <a:gd name="connisteX1" fmla="*/ 5334000 w 5334000"/>
              <a:gd name="connsiteY1" fmla="*/ 0 h 2692400"/>
              <a:gd name="connisteX2" fmla="*/ 5334000 w 5334000"/>
              <a:gd name="connsiteY2" fmla="*/ 2489200 h 2692400"/>
              <a:gd name="connisteX3" fmla="*/ 5130800 w 5334000"/>
              <a:gd name="connsiteY3" fmla="*/ 2692400 h 2692400"/>
              <a:gd name="connisteX4" fmla="*/ 203200 w 5334000"/>
              <a:gd name="connsiteY4" fmla="*/ 2692400 h 2692400"/>
              <a:gd name="connisteX5" fmla="*/ 0 w 5334000"/>
              <a:gd name="connsiteY5" fmla="*/ 2489200 h 2692400"/>
              <a:gd name="connisteX6" fmla="*/ 0 w 5334000"/>
              <a:gd name="connsiteY6" fmla="*/ 0 h 2692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5334000" h="2692400">
                <a:moveTo>
                  <a:pt x="0" y="0"/>
                </a:moveTo>
                <a:lnTo>
                  <a:pt x="5334000" y="0"/>
                </a:lnTo>
                <a:lnTo>
                  <a:pt x="5334000" y="2489200"/>
                </a:lnTo>
                <a:cubicBezTo>
                  <a:pt x="5334000" y="2601424"/>
                  <a:pt x="5243024" y="2692400"/>
                  <a:pt x="5130800" y="2692400"/>
                </a:cubicBezTo>
                <a:lnTo>
                  <a:pt x="203200" y="2692400"/>
                </a:lnTo>
                <a:cubicBezTo>
                  <a:pt x="90976" y="2692400"/>
                  <a:pt x="0" y="2601424"/>
                  <a:pt x="0" y="2489200"/>
                </a:cubicBez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5" name="图片占位符 14"/>
          <p:cNvSpPr>
            <a:spLocks noGrp="1"/>
          </p:cNvSpPr>
          <p:nvPr>
            <p:ph type="pic" idx="16391" hasCustomPrompt="1"/>
            <p:custDataLst>
              <p:tags r:id="rId10"/>
            </p:custDataLst>
          </p:nvPr>
        </p:nvSpPr>
        <p:spPr>
          <a:xfrm>
            <a:off x="609600" y="1524000"/>
            <a:ext cx="5334000" cy="2032000"/>
          </a:xfrm>
          <a:custGeom>
            <a:avLst/>
            <a:gdLst>
              <a:gd name="connisteX0" fmla="*/ 0 w 5334000"/>
              <a:gd name="connsiteY0" fmla="*/ 203200 h 2032000"/>
              <a:gd name="connisteX1" fmla="*/ 203200 w 5334000"/>
              <a:gd name="connsiteY1" fmla="*/ 0 h 2032000"/>
              <a:gd name="connisteX2" fmla="*/ 5130800 w 5334000"/>
              <a:gd name="connsiteY2" fmla="*/ 0 h 2032000"/>
              <a:gd name="connisteX3" fmla="*/ 5334000 w 5334000"/>
              <a:gd name="connsiteY3" fmla="*/ 203200 h 2032000"/>
              <a:gd name="connisteX4" fmla="*/ 5334000 w 5334000"/>
              <a:gd name="connsiteY4" fmla="*/ 2032000 h 2032000"/>
              <a:gd name="connisteX5" fmla="*/ 0 w 5334000"/>
              <a:gd name="connsiteY5" fmla="*/ 2032000 h 2032000"/>
              <a:gd name="connisteX6" fmla="*/ 0 w 5334000"/>
              <a:gd name="connsiteY6" fmla="*/ 203200 h 203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5334000" h="20320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5130800" y="0"/>
                </a:lnTo>
                <a:cubicBezTo>
                  <a:pt x="5243024" y="0"/>
                  <a:pt x="5334000" y="90976"/>
                  <a:pt x="5334000" y="203200"/>
                </a:cubicBezTo>
                <a:lnTo>
                  <a:pt x="5334000" y="2032000"/>
                </a:lnTo>
                <a:lnTo>
                  <a:pt x="0" y="2032000"/>
                </a:ln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6" name="文本占位符 15"/>
          <p:cNvSpPr>
            <a:spLocks noGrp="1"/>
          </p:cNvSpPr>
          <p:nvPr>
            <p:ph type="body" idx="16386" hasCustomPrompt="1"/>
            <p:custDataLst>
              <p:tags r:id="rId11"/>
            </p:custDataLst>
          </p:nvPr>
        </p:nvSpPr>
        <p:spPr>
          <a:xfrm>
            <a:off x="914400" y="3759200"/>
            <a:ext cx="47244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7" name="文本占位符 16"/>
          <p:cNvSpPr>
            <a:spLocks noGrp="1"/>
          </p:cNvSpPr>
          <p:nvPr>
            <p:ph type="body" idx="16387" hasCustomPrompt="1"/>
            <p:custDataLst>
              <p:tags r:id="rId12"/>
            </p:custDataLst>
          </p:nvPr>
        </p:nvSpPr>
        <p:spPr>
          <a:xfrm>
            <a:off x="914400" y="4216400"/>
            <a:ext cx="4724400" cy="18288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8" name="装饰  7"/>
          <p:cNvSpPr>
            <a:spLocks noGrp="1"/>
          </p:cNvSpPr>
          <p:nvPr>
            <p:ph type="body" idx="16392" hasCustomPrompt="1"/>
            <p:custDataLst>
              <p:tags r:id="rId13"/>
            </p:custDataLst>
          </p:nvPr>
        </p:nvSpPr>
        <p:spPr>
          <a:xfrm>
            <a:off x="6248400" y="1524000"/>
            <a:ext cx="5334000" cy="2692400"/>
          </a:xfrm>
          <a:custGeom>
            <a:avLst/>
            <a:gdLst>
              <a:gd name="connisteX0" fmla="*/ 0 w 5334000"/>
              <a:gd name="connsiteY0" fmla="*/ 203200 h 2692400"/>
              <a:gd name="connisteX1" fmla="*/ 203200 w 5334000"/>
              <a:gd name="connsiteY1" fmla="*/ 0 h 2692400"/>
              <a:gd name="connisteX2" fmla="*/ 5130800 w 5334000"/>
              <a:gd name="connsiteY2" fmla="*/ 0 h 2692400"/>
              <a:gd name="connisteX3" fmla="*/ 5334000 w 5334000"/>
              <a:gd name="connsiteY3" fmla="*/ 203200 h 2692400"/>
              <a:gd name="connisteX4" fmla="*/ 5334000 w 5334000"/>
              <a:gd name="connsiteY4" fmla="*/ 2692400 h 2692400"/>
              <a:gd name="connisteX5" fmla="*/ 0 w 5334000"/>
              <a:gd name="connsiteY5" fmla="*/ 2692400 h 2692400"/>
              <a:gd name="connisteX6" fmla="*/ 0 w 5334000"/>
              <a:gd name="connsiteY6" fmla="*/ 203200 h 2692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5334000" h="26924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5130800" y="0"/>
                </a:lnTo>
                <a:cubicBezTo>
                  <a:pt x="5243024" y="0"/>
                  <a:pt x="5334000" y="90976"/>
                  <a:pt x="5334000" y="203200"/>
                </a:cubicBezTo>
                <a:lnTo>
                  <a:pt x="5334000" y="2692400"/>
                </a:lnTo>
                <a:lnTo>
                  <a:pt x="0" y="2692400"/>
                </a:ln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9" name="图片占位符 18"/>
          <p:cNvSpPr>
            <a:spLocks noGrp="1"/>
          </p:cNvSpPr>
          <p:nvPr>
            <p:ph type="pic" idx="16393" hasCustomPrompt="1"/>
            <p:custDataLst>
              <p:tags r:id="rId14"/>
            </p:custDataLst>
          </p:nvPr>
        </p:nvSpPr>
        <p:spPr>
          <a:xfrm>
            <a:off x="6248400" y="4216400"/>
            <a:ext cx="5334000" cy="2032000"/>
          </a:xfrm>
          <a:custGeom>
            <a:avLst/>
            <a:gdLst>
              <a:gd name="connisteX0" fmla="*/ 0 w 5334000"/>
              <a:gd name="connsiteY0" fmla="*/ 0 h 2032000"/>
              <a:gd name="connisteX1" fmla="*/ 5334000 w 5334000"/>
              <a:gd name="connsiteY1" fmla="*/ 0 h 2032000"/>
              <a:gd name="connisteX2" fmla="*/ 5334000 w 5334000"/>
              <a:gd name="connsiteY2" fmla="*/ 1828800 h 2032000"/>
              <a:gd name="connisteX3" fmla="*/ 5130800 w 5334000"/>
              <a:gd name="connsiteY3" fmla="*/ 2032000 h 2032000"/>
              <a:gd name="connisteX4" fmla="*/ 203200 w 5334000"/>
              <a:gd name="connsiteY4" fmla="*/ 2032000 h 2032000"/>
              <a:gd name="connisteX5" fmla="*/ 0 w 5334000"/>
              <a:gd name="connsiteY5" fmla="*/ 1828800 h 2032000"/>
              <a:gd name="connisteX6" fmla="*/ 0 w 5334000"/>
              <a:gd name="connsiteY6" fmla="*/ 0 h 203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5334000" h="2032000">
                <a:moveTo>
                  <a:pt x="0" y="0"/>
                </a:moveTo>
                <a:lnTo>
                  <a:pt x="5334000" y="0"/>
                </a:lnTo>
                <a:lnTo>
                  <a:pt x="5334000" y="1828800"/>
                </a:lnTo>
                <a:cubicBezTo>
                  <a:pt x="5334000" y="1941024"/>
                  <a:pt x="5243024" y="2032000"/>
                  <a:pt x="5130800" y="2032000"/>
                </a:cubicBezTo>
                <a:lnTo>
                  <a:pt x="203200" y="2032000"/>
                </a:lnTo>
                <a:cubicBezTo>
                  <a:pt x="90976" y="2032000"/>
                  <a:pt x="0" y="1941024"/>
                  <a:pt x="0" y="1828800"/>
                </a:cubicBezTo>
                <a:lnTo>
                  <a:pt x="0" y="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20" name="文本占位符 19"/>
          <p:cNvSpPr>
            <a:spLocks noGrp="1"/>
          </p:cNvSpPr>
          <p:nvPr>
            <p:ph type="body" idx="16388" hasCustomPrompt="1"/>
            <p:custDataLst>
              <p:tags r:id="rId15"/>
            </p:custDataLst>
          </p:nvPr>
        </p:nvSpPr>
        <p:spPr>
          <a:xfrm>
            <a:off x="6553200" y="1727200"/>
            <a:ext cx="47244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21" name="文本占位符 20"/>
          <p:cNvSpPr>
            <a:spLocks noGrp="1"/>
          </p:cNvSpPr>
          <p:nvPr>
            <p:ph type="body" idx="16389" hasCustomPrompt="1"/>
            <p:custDataLst>
              <p:tags r:id="rId16"/>
            </p:custDataLst>
          </p:nvPr>
        </p:nvSpPr>
        <p:spPr>
          <a:xfrm>
            <a:off x="6553200" y="2184400"/>
            <a:ext cx="4724400" cy="18288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正文页-35_26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 descr="20796342_40480830.Z_40480830_蓝色商务风建筑线性材料PPT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635" y="-6350"/>
            <a:ext cx="12192000" cy="6858000"/>
          </a:xfrm>
          <a:prstGeom prst="rect">
            <a:avLst/>
          </a:prstGeom>
        </p:spPr>
      </p:pic>
      <p:sp>
        <p:nvSpPr>
          <p:cNvPr id="7" name="矩形 6"/>
          <p:cNvSpPr/>
          <p:nvPr userDrawn="1">
            <p:custDataLst>
              <p:tags r:id="rId4"/>
            </p:custDataLst>
          </p:nvPr>
        </p:nvSpPr>
        <p:spPr>
          <a:xfrm>
            <a:off x="0" y="0"/>
            <a:ext cx="12192635" cy="6870065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  <a:cs typeface="Arial Black" panose="020B0A04020102020204" charset="0"/>
            </a:endParaRPr>
          </a:p>
        </p:txBody>
      </p:sp>
      <p:sp>
        <p:nvSpPr>
          <p:cNvPr id="10" name="日期占位符 9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 wrap="square">
            <a:normAutofit/>
          </a:bodyPr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11" name="页脚占位符 10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12" name="灯片编号占位符 11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 wrap="square">
            <a:normAutofit/>
          </a:bodyPr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13" name="标题 12"/>
          <p:cNvSpPr>
            <a:spLocks noGrp="1"/>
          </p:cNvSpPr>
          <p:nvPr>
            <p:ph type="ctrTitle" idx="16385" hasCustomPrompt="1"/>
            <p:custDataLst>
              <p:tags r:id="rId8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14" name="文本占位符 13"/>
          <p:cNvSpPr>
            <a:spLocks noGrp="1"/>
          </p:cNvSpPr>
          <p:nvPr>
            <p:ph type="body" idx="16388" hasCustomPrompt="1"/>
            <p:custDataLst>
              <p:tags r:id="rId9"/>
            </p:custDataLst>
          </p:nvPr>
        </p:nvSpPr>
        <p:spPr>
          <a:xfrm>
            <a:off x="622300" y="2667000"/>
            <a:ext cx="1193800" cy="1016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80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/>
              <a:t>01</a:t>
            </a:r>
            <a:endParaRPr lang="zh-CN" altLang="en-US" smtClean="0"/>
          </a:p>
        </p:txBody>
      </p:sp>
      <p:sp>
        <p:nvSpPr>
          <p:cNvPr id="15" name="文本占位符 14"/>
          <p:cNvSpPr>
            <a:spLocks noGrp="1"/>
          </p:cNvSpPr>
          <p:nvPr>
            <p:ph type="body" idx="16386" hasCustomPrompt="1"/>
            <p:custDataLst>
              <p:tags r:id="rId10"/>
            </p:custDataLst>
          </p:nvPr>
        </p:nvSpPr>
        <p:spPr>
          <a:xfrm>
            <a:off x="609600" y="4089400"/>
            <a:ext cx="22860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项标题</a:t>
            </a:r>
            <a:endParaRPr lang="zh-CN" altLang="en-US" smtClean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6387" hasCustomPrompt="1"/>
            <p:custDataLst>
              <p:tags r:id="rId11"/>
            </p:custDataLst>
          </p:nvPr>
        </p:nvSpPr>
        <p:spPr>
          <a:xfrm>
            <a:off x="609600" y="4597400"/>
            <a:ext cx="22860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7" name="文本占位符 16"/>
          <p:cNvSpPr>
            <a:spLocks noGrp="1"/>
          </p:cNvSpPr>
          <p:nvPr>
            <p:ph type="body" idx="16391" hasCustomPrompt="1"/>
            <p:custDataLst>
              <p:tags r:id="rId12"/>
            </p:custDataLst>
          </p:nvPr>
        </p:nvSpPr>
        <p:spPr>
          <a:xfrm>
            <a:off x="3517900" y="2667000"/>
            <a:ext cx="1193800" cy="1016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80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/>
              <a:t>02</a:t>
            </a:r>
            <a:endParaRPr lang="zh-CN" altLang="en-US" smtClean="0"/>
          </a:p>
        </p:txBody>
      </p:sp>
      <p:sp>
        <p:nvSpPr>
          <p:cNvPr id="18" name="文本占位符 17"/>
          <p:cNvSpPr>
            <a:spLocks noGrp="1"/>
          </p:cNvSpPr>
          <p:nvPr>
            <p:ph type="body" idx="16389" hasCustomPrompt="1"/>
            <p:custDataLst>
              <p:tags r:id="rId13"/>
            </p:custDataLst>
          </p:nvPr>
        </p:nvSpPr>
        <p:spPr>
          <a:xfrm>
            <a:off x="3505200" y="4089400"/>
            <a:ext cx="22860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项标题</a:t>
            </a:r>
            <a:endParaRPr lang="zh-CN" altLang="en-US" smtClean="0"/>
          </a:p>
        </p:txBody>
      </p:sp>
      <p:sp>
        <p:nvSpPr>
          <p:cNvPr id="19" name="文本占位符 18"/>
          <p:cNvSpPr>
            <a:spLocks noGrp="1"/>
          </p:cNvSpPr>
          <p:nvPr>
            <p:ph type="body" idx="16390" hasCustomPrompt="1"/>
            <p:custDataLst>
              <p:tags r:id="rId14"/>
            </p:custDataLst>
          </p:nvPr>
        </p:nvSpPr>
        <p:spPr>
          <a:xfrm>
            <a:off x="3505200" y="4597400"/>
            <a:ext cx="22860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20" name="文本占位符 19"/>
          <p:cNvSpPr>
            <a:spLocks noGrp="1"/>
          </p:cNvSpPr>
          <p:nvPr>
            <p:ph type="body" idx="16394" hasCustomPrompt="1"/>
            <p:custDataLst>
              <p:tags r:id="rId15"/>
            </p:custDataLst>
          </p:nvPr>
        </p:nvSpPr>
        <p:spPr>
          <a:xfrm>
            <a:off x="6413500" y="2667000"/>
            <a:ext cx="1193800" cy="1016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80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/>
              <a:t>03</a:t>
            </a:r>
            <a:endParaRPr lang="zh-CN" altLang="en-US" smtClean="0"/>
          </a:p>
        </p:txBody>
      </p:sp>
      <p:sp>
        <p:nvSpPr>
          <p:cNvPr id="21" name="文本占位符 20"/>
          <p:cNvSpPr>
            <a:spLocks noGrp="1"/>
          </p:cNvSpPr>
          <p:nvPr>
            <p:ph type="body" idx="16392" hasCustomPrompt="1"/>
            <p:custDataLst>
              <p:tags r:id="rId16"/>
            </p:custDataLst>
          </p:nvPr>
        </p:nvSpPr>
        <p:spPr>
          <a:xfrm>
            <a:off x="6400800" y="4089400"/>
            <a:ext cx="22860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项标题</a:t>
            </a:r>
            <a:endParaRPr lang="zh-CN" altLang="en-US" smtClean="0"/>
          </a:p>
        </p:txBody>
      </p:sp>
      <p:sp>
        <p:nvSpPr>
          <p:cNvPr id="22" name="文本占位符 21"/>
          <p:cNvSpPr>
            <a:spLocks noGrp="1"/>
          </p:cNvSpPr>
          <p:nvPr>
            <p:ph type="body" idx="16393" hasCustomPrompt="1"/>
            <p:custDataLst>
              <p:tags r:id="rId17"/>
            </p:custDataLst>
          </p:nvPr>
        </p:nvSpPr>
        <p:spPr>
          <a:xfrm>
            <a:off x="6400800" y="4597400"/>
            <a:ext cx="22860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23" name="文本占位符 22"/>
          <p:cNvSpPr>
            <a:spLocks noGrp="1"/>
          </p:cNvSpPr>
          <p:nvPr>
            <p:ph type="body" idx="16397" hasCustomPrompt="1"/>
            <p:custDataLst>
              <p:tags r:id="rId18"/>
            </p:custDataLst>
          </p:nvPr>
        </p:nvSpPr>
        <p:spPr>
          <a:xfrm>
            <a:off x="9309100" y="2667000"/>
            <a:ext cx="1193800" cy="1016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80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/>
              <a:t>04</a:t>
            </a:r>
            <a:endParaRPr lang="zh-CN" altLang="en-US" smtClean="0"/>
          </a:p>
        </p:txBody>
      </p:sp>
      <p:sp>
        <p:nvSpPr>
          <p:cNvPr id="24" name="文本占位符 23"/>
          <p:cNvSpPr>
            <a:spLocks noGrp="1"/>
          </p:cNvSpPr>
          <p:nvPr>
            <p:ph type="body" idx="16395" hasCustomPrompt="1"/>
            <p:custDataLst>
              <p:tags r:id="rId19"/>
            </p:custDataLst>
          </p:nvPr>
        </p:nvSpPr>
        <p:spPr>
          <a:xfrm>
            <a:off x="9296400" y="4089400"/>
            <a:ext cx="22860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项标题</a:t>
            </a:r>
            <a:endParaRPr lang="zh-CN" altLang="en-US" smtClean="0"/>
          </a:p>
        </p:txBody>
      </p:sp>
      <p:sp>
        <p:nvSpPr>
          <p:cNvPr id="25" name="文本占位符 24"/>
          <p:cNvSpPr>
            <a:spLocks noGrp="1"/>
          </p:cNvSpPr>
          <p:nvPr>
            <p:ph type="body" idx="16396" hasCustomPrompt="1"/>
            <p:custDataLst>
              <p:tags r:id="rId20"/>
            </p:custDataLst>
          </p:nvPr>
        </p:nvSpPr>
        <p:spPr>
          <a:xfrm>
            <a:off x="9296400" y="4597400"/>
            <a:ext cx="22860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正文页-62_1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 descr="20796342_40480830.Z_40480830_蓝色商务风建筑线性材料PPT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635" y="-6350"/>
            <a:ext cx="12192000" cy="6858000"/>
          </a:xfrm>
          <a:prstGeom prst="rect">
            <a:avLst/>
          </a:prstGeom>
        </p:spPr>
      </p:pic>
      <p:sp>
        <p:nvSpPr>
          <p:cNvPr id="7" name="矩形 6"/>
          <p:cNvSpPr/>
          <p:nvPr userDrawn="1">
            <p:custDataLst>
              <p:tags r:id="rId4"/>
            </p:custDataLst>
          </p:nvPr>
        </p:nvSpPr>
        <p:spPr>
          <a:xfrm>
            <a:off x="0" y="0"/>
            <a:ext cx="12192635" cy="6870065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  <a:cs typeface="Arial Black" panose="020B0A04020102020204" charset="0"/>
            </a:endParaRPr>
          </a:p>
        </p:txBody>
      </p:sp>
      <p:sp>
        <p:nvSpPr>
          <p:cNvPr id="10" name="日期占位符 9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 wrap="square">
            <a:normAutofit/>
          </a:bodyPr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11" name="页脚占位符 10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12" name="灯片编号占位符 11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 wrap="square">
            <a:normAutofit/>
          </a:bodyPr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13" name="标题 12"/>
          <p:cNvSpPr>
            <a:spLocks noGrp="1"/>
          </p:cNvSpPr>
          <p:nvPr>
            <p:ph type="ctrTitle" idx="16385" hasCustomPrompt="1"/>
            <p:custDataLst>
              <p:tags r:id="rId8"/>
            </p:custDataLst>
          </p:nvPr>
        </p:nvSpPr>
        <p:spPr>
          <a:xfrm>
            <a:off x="609600" y="533400"/>
            <a:ext cx="34290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14" name="内容占位符 13"/>
          <p:cNvSpPr>
            <a:spLocks noGrp="1"/>
          </p:cNvSpPr>
          <p:nvPr>
            <p:ph idx="16390" hasCustomPrompt="1"/>
            <p:custDataLst>
              <p:tags r:id="rId9"/>
            </p:custDataLst>
          </p:nvPr>
        </p:nvSpPr>
        <p:spPr>
          <a:xfrm>
            <a:off x="609600" y="2895600"/>
            <a:ext cx="10972800" cy="3352800"/>
          </a:xfrm>
          <a:custGeom>
            <a:avLst/>
            <a:gdLst>
              <a:gd name="connisteX0" fmla="*/ 0 w 10972800"/>
              <a:gd name="connsiteY0" fmla="*/ 203200 h 3352800"/>
              <a:gd name="connisteX1" fmla="*/ 203200 w 10972800"/>
              <a:gd name="connsiteY1" fmla="*/ 0 h 3352800"/>
              <a:gd name="connisteX2" fmla="*/ 10769600 w 10972800"/>
              <a:gd name="connsiteY2" fmla="*/ 0 h 3352800"/>
              <a:gd name="connisteX3" fmla="*/ 10972800 w 10972800"/>
              <a:gd name="connsiteY3" fmla="*/ 203200 h 3352800"/>
              <a:gd name="connisteX4" fmla="*/ 10972800 w 10972800"/>
              <a:gd name="connsiteY4" fmla="*/ 3149600 h 3352800"/>
              <a:gd name="connisteX5" fmla="*/ 10769600 w 10972800"/>
              <a:gd name="connsiteY5" fmla="*/ 3352800 h 3352800"/>
              <a:gd name="connisteX6" fmla="*/ 203200 w 10972800"/>
              <a:gd name="connsiteY6" fmla="*/ 3352800 h 3352800"/>
              <a:gd name="connisteX7" fmla="*/ 0 w 10972800"/>
              <a:gd name="connsiteY7" fmla="*/ 3149600 h 3352800"/>
              <a:gd name="connisteX8" fmla="*/ 0 w 10972800"/>
              <a:gd name="connsiteY8" fmla="*/ 203200 h 3352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0972800" h="3352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10769600" y="0"/>
                </a:lnTo>
                <a:cubicBezTo>
                  <a:pt x="10881824" y="0"/>
                  <a:pt x="10972800" y="90976"/>
                  <a:pt x="10972800" y="203200"/>
                </a:cubicBezTo>
                <a:lnTo>
                  <a:pt x="10972800" y="3149600"/>
                </a:lnTo>
                <a:cubicBezTo>
                  <a:pt x="10972800" y="3261824"/>
                  <a:pt x="10881824" y="3352800"/>
                  <a:pt x="10769600" y="3352800"/>
                </a:cubicBezTo>
                <a:lnTo>
                  <a:pt x="203200" y="3352800"/>
                </a:lnTo>
                <a:cubicBezTo>
                  <a:pt x="90976" y="3352800"/>
                  <a:pt x="0" y="3261824"/>
                  <a:pt x="0" y="3149600"/>
                </a:cubicBez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5" name="装饰  4"/>
          <p:cNvSpPr>
            <a:spLocks noGrp="1"/>
          </p:cNvSpPr>
          <p:nvPr>
            <p:ph type="body" idx="16392" hasCustomPrompt="1"/>
            <p:custDataLst>
              <p:tags r:id="rId10"/>
            </p:custDataLst>
          </p:nvPr>
        </p:nvSpPr>
        <p:spPr>
          <a:xfrm>
            <a:off x="4648200" y="609600"/>
            <a:ext cx="762000" cy="762000"/>
          </a:xfrm>
          <a:custGeom>
            <a:avLst/>
            <a:gdLst>
              <a:gd name="connisteX0" fmla="*/ 0 w 762000"/>
              <a:gd name="connsiteY0" fmla="*/ 381000 h 762000"/>
              <a:gd name="connisteX1" fmla="*/ 381000 w 762000"/>
              <a:gd name="connsiteY1" fmla="*/ 0 h 762000"/>
              <a:gd name="connisteX2" fmla="*/ 381000 w 762000"/>
              <a:gd name="connsiteY2" fmla="*/ 0 h 762000"/>
              <a:gd name="connisteX3" fmla="*/ 762000 w 762000"/>
              <a:gd name="connsiteY3" fmla="*/ 381000 h 762000"/>
              <a:gd name="connisteX4" fmla="*/ 762000 w 762000"/>
              <a:gd name="connsiteY4" fmla="*/ 381000 h 762000"/>
              <a:gd name="connisteX5" fmla="*/ 381000 w 762000"/>
              <a:gd name="connsiteY5" fmla="*/ 762000 h 762000"/>
              <a:gd name="connisteX6" fmla="*/ 381000 w 762000"/>
              <a:gd name="connsiteY6" fmla="*/ 762000 h 762000"/>
              <a:gd name="connisteX7" fmla="*/ 0 w 762000"/>
              <a:gd name="connsiteY7" fmla="*/ 381000 h 762000"/>
              <a:gd name="connisteX8" fmla="*/ 0 w 762000"/>
              <a:gd name="connsiteY8" fmla="*/ 3810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762000" h="762000">
                <a:moveTo>
                  <a:pt x="0" y="381000"/>
                </a:moveTo>
                <a:cubicBezTo>
                  <a:pt x="0" y="170580"/>
                  <a:pt x="170580" y="0"/>
                  <a:pt x="381000" y="0"/>
                </a:cubicBezTo>
                <a:lnTo>
                  <a:pt x="381000" y="0"/>
                </a:lnTo>
                <a:cubicBezTo>
                  <a:pt x="591420" y="0"/>
                  <a:pt x="762000" y="170580"/>
                  <a:pt x="762000" y="381000"/>
                </a:cubicBezTo>
                <a:lnTo>
                  <a:pt x="762000" y="381000"/>
                </a:lnTo>
                <a:cubicBezTo>
                  <a:pt x="762000" y="591420"/>
                  <a:pt x="591420" y="762000"/>
                  <a:pt x="381000" y="762000"/>
                </a:cubicBezTo>
                <a:lnTo>
                  <a:pt x="381000" y="762000"/>
                </a:lnTo>
                <a:cubicBezTo>
                  <a:pt x="170580" y="762000"/>
                  <a:pt x="0" y="591420"/>
                  <a:pt x="0" y="381000"/>
                </a:cubicBezTo>
                <a:lnTo>
                  <a:pt x="0" y="3810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6" name="图片占位符 15"/>
          <p:cNvSpPr>
            <a:spLocks noGrp="1"/>
          </p:cNvSpPr>
          <p:nvPr>
            <p:ph type="pic" idx="16391" hasCustomPrompt="1"/>
            <p:custDataLst>
              <p:tags r:id="rId11"/>
            </p:custDataLst>
          </p:nvPr>
        </p:nvSpPr>
        <p:spPr>
          <a:xfrm>
            <a:off x="4826000" y="787400"/>
            <a:ext cx="406400" cy="406400"/>
          </a:xfrm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7" name="文本占位符 16"/>
          <p:cNvSpPr>
            <a:spLocks noGrp="1"/>
          </p:cNvSpPr>
          <p:nvPr>
            <p:ph type="body" idx="16386" hasCustomPrompt="1"/>
            <p:custDataLst>
              <p:tags r:id="rId12"/>
            </p:custDataLst>
          </p:nvPr>
        </p:nvSpPr>
        <p:spPr>
          <a:xfrm>
            <a:off x="5613400" y="609600"/>
            <a:ext cx="59690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8" name="文本占位符 17"/>
          <p:cNvSpPr>
            <a:spLocks noGrp="1"/>
          </p:cNvSpPr>
          <p:nvPr>
            <p:ph type="body" idx="16387" hasCustomPrompt="1"/>
            <p:custDataLst>
              <p:tags r:id="rId13"/>
            </p:custDataLst>
          </p:nvPr>
        </p:nvSpPr>
        <p:spPr>
          <a:xfrm>
            <a:off x="5613400" y="1066800"/>
            <a:ext cx="5969000" cy="3048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9" name="装饰  8"/>
          <p:cNvSpPr>
            <a:spLocks noGrp="1"/>
          </p:cNvSpPr>
          <p:nvPr>
            <p:ph type="body" idx="16394" hasCustomPrompt="1"/>
            <p:custDataLst>
              <p:tags r:id="rId14"/>
            </p:custDataLst>
          </p:nvPr>
        </p:nvSpPr>
        <p:spPr>
          <a:xfrm>
            <a:off x="4648200" y="1676400"/>
            <a:ext cx="762000" cy="762000"/>
          </a:xfrm>
          <a:custGeom>
            <a:avLst/>
            <a:gdLst>
              <a:gd name="connisteX0" fmla="*/ 0 w 762000"/>
              <a:gd name="connsiteY0" fmla="*/ 381000 h 762000"/>
              <a:gd name="connisteX1" fmla="*/ 381000 w 762000"/>
              <a:gd name="connsiteY1" fmla="*/ 0 h 762000"/>
              <a:gd name="connisteX2" fmla="*/ 381000 w 762000"/>
              <a:gd name="connsiteY2" fmla="*/ 0 h 762000"/>
              <a:gd name="connisteX3" fmla="*/ 762000 w 762000"/>
              <a:gd name="connsiteY3" fmla="*/ 381000 h 762000"/>
              <a:gd name="connisteX4" fmla="*/ 762000 w 762000"/>
              <a:gd name="connsiteY4" fmla="*/ 381000 h 762000"/>
              <a:gd name="connisteX5" fmla="*/ 381000 w 762000"/>
              <a:gd name="connsiteY5" fmla="*/ 762000 h 762000"/>
              <a:gd name="connisteX6" fmla="*/ 381000 w 762000"/>
              <a:gd name="connsiteY6" fmla="*/ 762000 h 762000"/>
              <a:gd name="connisteX7" fmla="*/ 0 w 762000"/>
              <a:gd name="connsiteY7" fmla="*/ 381000 h 762000"/>
              <a:gd name="connisteX8" fmla="*/ 0 w 762000"/>
              <a:gd name="connsiteY8" fmla="*/ 3810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762000" h="762000">
                <a:moveTo>
                  <a:pt x="0" y="381000"/>
                </a:moveTo>
                <a:cubicBezTo>
                  <a:pt x="0" y="170580"/>
                  <a:pt x="170580" y="0"/>
                  <a:pt x="381000" y="0"/>
                </a:cubicBezTo>
                <a:lnTo>
                  <a:pt x="381000" y="0"/>
                </a:lnTo>
                <a:cubicBezTo>
                  <a:pt x="591420" y="0"/>
                  <a:pt x="762000" y="170580"/>
                  <a:pt x="762000" y="381000"/>
                </a:cubicBezTo>
                <a:lnTo>
                  <a:pt x="762000" y="381000"/>
                </a:lnTo>
                <a:cubicBezTo>
                  <a:pt x="762000" y="591420"/>
                  <a:pt x="591420" y="762000"/>
                  <a:pt x="381000" y="762000"/>
                </a:cubicBezTo>
                <a:lnTo>
                  <a:pt x="381000" y="762000"/>
                </a:lnTo>
                <a:cubicBezTo>
                  <a:pt x="170580" y="762000"/>
                  <a:pt x="0" y="591420"/>
                  <a:pt x="0" y="381000"/>
                </a:cubicBezTo>
                <a:lnTo>
                  <a:pt x="0" y="3810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0" name="图片占位符 19"/>
          <p:cNvSpPr>
            <a:spLocks noGrp="1"/>
          </p:cNvSpPr>
          <p:nvPr>
            <p:ph type="pic" idx="16393" hasCustomPrompt="1"/>
            <p:custDataLst>
              <p:tags r:id="rId15"/>
            </p:custDataLst>
          </p:nvPr>
        </p:nvSpPr>
        <p:spPr>
          <a:xfrm>
            <a:off x="4826000" y="1854200"/>
            <a:ext cx="406400" cy="406400"/>
          </a:xfrm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21" name="文本占位符 20"/>
          <p:cNvSpPr>
            <a:spLocks noGrp="1"/>
          </p:cNvSpPr>
          <p:nvPr>
            <p:ph type="body" idx="16388" hasCustomPrompt="1"/>
            <p:custDataLst>
              <p:tags r:id="rId16"/>
            </p:custDataLst>
          </p:nvPr>
        </p:nvSpPr>
        <p:spPr>
          <a:xfrm>
            <a:off x="5613400" y="1676400"/>
            <a:ext cx="59690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22" name="文本占位符 21"/>
          <p:cNvSpPr>
            <a:spLocks noGrp="1"/>
          </p:cNvSpPr>
          <p:nvPr>
            <p:ph type="body" idx="16389" hasCustomPrompt="1"/>
            <p:custDataLst>
              <p:tags r:id="rId17"/>
            </p:custDataLst>
          </p:nvPr>
        </p:nvSpPr>
        <p:spPr>
          <a:xfrm>
            <a:off x="5613400" y="2133600"/>
            <a:ext cx="5969000" cy="3048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正文页-6_90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 descr="20796342_40480830.Z_40480830_蓝色商务风建筑线性材料PPT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635" y="-6350"/>
            <a:ext cx="12192000" cy="6858000"/>
          </a:xfrm>
          <a:prstGeom prst="rect">
            <a:avLst/>
          </a:prstGeom>
        </p:spPr>
      </p:pic>
      <p:sp>
        <p:nvSpPr>
          <p:cNvPr id="7" name="矩形 6"/>
          <p:cNvSpPr/>
          <p:nvPr userDrawn="1">
            <p:custDataLst>
              <p:tags r:id="rId4"/>
            </p:custDataLst>
          </p:nvPr>
        </p:nvSpPr>
        <p:spPr>
          <a:xfrm>
            <a:off x="0" y="0"/>
            <a:ext cx="12192635" cy="6870065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  <a:cs typeface="Arial Black" panose="020B0A04020102020204" charset="0"/>
            </a:endParaRPr>
          </a:p>
        </p:txBody>
      </p:sp>
      <p:sp>
        <p:nvSpPr>
          <p:cNvPr id="10" name="日期占位符 9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 wrap="square">
            <a:normAutofit/>
          </a:bodyPr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11" name="页脚占位符 10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12" name="灯片编号占位符 11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 wrap="square">
            <a:normAutofit/>
          </a:bodyPr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13" name="标题 12"/>
          <p:cNvSpPr>
            <a:spLocks noGrp="1"/>
          </p:cNvSpPr>
          <p:nvPr>
            <p:ph type="ctrTitle" idx="16385" hasCustomPrompt="1"/>
            <p:custDataLst>
              <p:tags r:id="rId8"/>
            </p:custDataLst>
          </p:nvPr>
        </p:nvSpPr>
        <p:spPr>
          <a:xfrm>
            <a:off x="609600" y="533400"/>
            <a:ext cx="63246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14" name="内容占位符 13"/>
          <p:cNvSpPr>
            <a:spLocks noGrp="1"/>
          </p:cNvSpPr>
          <p:nvPr>
            <p:ph idx="16395" hasCustomPrompt="1"/>
            <p:custDataLst>
              <p:tags r:id="rId9"/>
            </p:custDataLst>
          </p:nvPr>
        </p:nvSpPr>
        <p:spPr>
          <a:xfrm>
            <a:off x="7543800" y="609600"/>
            <a:ext cx="4038600" cy="5638800"/>
          </a:xfrm>
          <a:custGeom>
            <a:avLst/>
            <a:gdLst>
              <a:gd name="connisteX0" fmla="*/ 0 w 4038600"/>
              <a:gd name="connsiteY0" fmla="*/ 203200 h 5638800"/>
              <a:gd name="connisteX1" fmla="*/ 203200 w 4038600"/>
              <a:gd name="connsiteY1" fmla="*/ 0 h 5638800"/>
              <a:gd name="connisteX2" fmla="*/ 3835400 w 4038600"/>
              <a:gd name="connsiteY2" fmla="*/ 0 h 5638800"/>
              <a:gd name="connisteX3" fmla="*/ 4038600 w 4038600"/>
              <a:gd name="connsiteY3" fmla="*/ 203200 h 5638800"/>
              <a:gd name="connisteX4" fmla="*/ 4038600 w 4038600"/>
              <a:gd name="connsiteY4" fmla="*/ 5435600 h 5638800"/>
              <a:gd name="connisteX5" fmla="*/ 3835400 w 4038600"/>
              <a:gd name="connsiteY5" fmla="*/ 5638800 h 5638800"/>
              <a:gd name="connisteX6" fmla="*/ 203200 w 4038600"/>
              <a:gd name="connsiteY6" fmla="*/ 5638800 h 5638800"/>
              <a:gd name="connisteX7" fmla="*/ 0 w 4038600"/>
              <a:gd name="connsiteY7" fmla="*/ 5435600 h 5638800"/>
              <a:gd name="connisteX8" fmla="*/ 0 w 4038600"/>
              <a:gd name="connsiteY8" fmla="*/ 203200 h 5638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4038600" h="5638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835400" y="0"/>
                </a:lnTo>
                <a:cubicBezTo>
                  <a:pt x="3947624" y="0"/>
                  <a:pt x="4038600" y="90976"/>
                  <a:pt x="4038600" y="203200"/>
                </a:cubicBezTo>
                <a:lnTo>
                  <a:pt x="4038600" y="5435600"/>
                </a:lnTo>
                <a:cubicBezTo>
                  <a:pt x="4038600" y="5547824"/>
                  <a:pt x="3947624" y="5638800"/>
                  <a:pt x="3835400" y="5638800"/>
                </a:cubicBezTo>
                <a:lnTo>
                  <a:pt x="203200" y="5638800"/>
                </a:lnTo>
                <a:cubicBezTo>
                  <a:pt x="90976" y="5638800"/>
                  <a:pt x="0" y="5547824"/>
                  <a:pt x="0" y="5435600"/>
                </a:cubicBez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5" name="装饰  4"/>
          <p:cNvSpPr>
            <a:spLocks noGrp="1"/>
          </p:cNvSpPr>
          <p:nvPr>
            <p:ph type="body" idx="16396" hasCustomPrompt="1"/>
            <p:custDataLst>
              <p:tags r:id="rId10"/>
            </p:custDataLst>
          </p:nvPr>
        </p:nvSpPr>
        <p:spPr>
          <a:xfrm>
            <a:off x="609600" y="2997200"/>
            <a:ext cx="762000" cy="762000"/>
          </a:xfrm>
          <a:custGeom>
            <a:avLst/>
            <a:gdLst>
              <a:gd name="connisteX0" fmla="*/ 0 w 762000"/>
              <a:gd name="connsiteY0" fmla="*/ 203200 h 762000"/>
              <a:gd name="connisteX1" fmla="*/ 203200 w 762000"/>
              <a:gd name="connsiteY1" fmla="*/ 0 h 762000"/>
              <a:gd name="connisteX2" fmla="*/ 558800 w 762000"/>
              <a:gd name="connsiteY2" fmla="*/ 0 h 762000"/>
              <a:gd name="connisteX3" fmla="*/ 762000 w 762000"/>
              <a:gd name="connsiteY3" fmla="*/ 203200 h 762000"/>
              <a:gd name="connisteX4" fmla="*/ 762000 w 762000"/>
              <a:gd name="connsiteY4" fmla="*/ 558800 h 762000"/>
              <a:gd name="connisteX5" fmla="*/ 558800 w 762000"/>
              <a:gd name="connsiteY5" fmla="*/ 762000 h 762000"/>
              <a:gd name="connisteX6" fmla="*/ 203200 w 762000"/>
              <a:gd name="connsiteY6" fmla="*/ 762000 h 762000"/>
              <a:gd name="connisteX7" fmla="*/ 0 w 762000"/>
              <a:gd name="connsiteY7" fmla="*/ 558800 h 762000"/>
              <a:gd name="connisteX8" fmla="*/ 0 w 762000"/>
              <a:gd name="connsiteY8" fmla="*/ 2032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762000" h="7620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558800" y="0"/>
                </a:lnTo>
                <a:cubicBezTo>
                  <a:pt x="671024" y="0"/>
                  <a:pt x="762000" y="90976"/>
                  <a:pt x="762000" y="203200"/>
                </a:cubicBezTo>
                <a:lnTo>
                  <a:pt x="762000" y="558800"/>
                </a:lnTo>
                <a:cubicBezTo>
                  <a:pt x="762000" y="671024"/>
                  <a:pt x="671024" y="762000"/>
                  <a:pt x="558800" y="762000"/>
                </a:cubicBezTo>
                <a:lnTo>
                  <a:pt x="203200" y="762000"/>
                </a:lnTo>
                <a:cubicBezTo>
                  <a:pt x="90976" y="762000"/>
                  <a:pt x="0" y="671024"/>
                  <a:pt x="0" y="558800"/>
                </a:cubicBezTo>
                <a:lnTo>
                  <a:pt x="0" y="2032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6388" hasCustomPrompt="1"/>
            <p:custDataLst>
              <p:tags r:id="rId11"/>
            </p:custDataLst>
          </p:nvPr>
        </p:nvSpPr>
        <p:spPr>
          <a:xfrm>
            <a:off x="781050" y="3200400"/>
            <a:ext cx="419100" cy="3556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2800" b="0" spc="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smtClean="0"/>
              <a:t>01</a:t>
            </a:r>
            <a:endParaRPr lang="zh-CN" altLang="en-US" smtClean="0"/>
          </a:p>
        </p:txBody>
      </p:sp>
      <p:sp>
        <p:nvSpPr>
          <p:cNvPr id="17" name="文本占位符 16"/>
          <p:cNvSpPr>
            <a:spLocks noGrp="1"/>
          </p:cNvSpPr>
          <p:nvPr>
            <p:ph type="body" idx="16386" hasCustomPrompt="1"/>
            <p:custDataLst>
              <p:tags r:id="rId12"/>
            </p:custDataLst>
          </p:nvPr>
        </p:nvSpPr>
        <p:spPr>
          <a:xfrm>
            <a:off x="609600" y="3962400"/>
            <a:ext cx="1701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项标题</a:t>
            </a:r>
            <a:endParaRPr lang="zh-CN" altLang="en-US" smtClean="0"/>
          </a:p>
        </p:txBody>
      </p:sp>
      <p:sp>
        <p:nvSpPr>
          <p:cNvPr id="18" name="文本占位符 17"/>
          <p:cNvSpPr>
            <a:spLocks noGrp="1"/>
          </p:cNvSpPr>
          <p:nvPr>
            <p:ph type="body" idx="16387" hasCustomPrompt="1"/>
            <p:custDataLst>
              <p:tags r:id="rId13"/>
            </p:custDataLst>
          </p:nvPr>
        </p:nvSpPr>
        <p:spPr>
          <a:xfrm>
            <a:off x="609600" y="4419600"/>
            <a:ext cx="1701800" cy="18288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9" name="装饰  8"/>
          <p:cNvSpPr>
            <a:spLocks noGrp="1"/>
          </p:cNvSpPr>
          <p:nvPr>
            <p:ph type="body" idx="16397" hasCustomPrompt="1"/>
            <p:custDataLst>
              <p:tags r:id="rId14"/>
            </p:custDataLst>
          </p:nvPr>
        </p:nvSpPr>
        <p:spPr>
          <a:xfrm>
            <a:off x="2921000" y="2997200"/>
            <a:ext cx="762000" cy="762000"/>
          </a:xfrm>
          <a:custGeom>
            <a:avLst/>
            <a:gdLst>
              <a:gd name="connisteX0" fmla="*/ 0 w 762000"/>
              <a:gd name="connsiteY0" fmla="*/ 203200 h 762000"/>
              <a:gd name="connisteX1" fmla="*/ 203200 w 762000"/>
              <a:gd name="connsiteY1" fmla="*/ 0 h 762000"/>
              <a:gd name="connisteX2" fmla="*/ 558800 w 762000"/>
              <a:gd name="connsiteY2" fmla="*/ 0 h 762000"/>
              <a:gd name="connisteX3" fmla="*/ 762000 w 762000"/>
              <a:gd name="connsiteY3" fmla="*/ 203200 h 762000"/>
              <a:gd name="connisteX4" fmla="*/ 762000 w 762000"/>
              <a:gd name="connsiteY4" fmla="*/ 558800 h 762000"/>
              <a:gd name="connisteX5" fmla="*/ 558800 w 762000"/>
              <a:gd name="connsiteY5" fmla="*/ 762000 h 762000"/>
              <a:gd name="connisteX6" fmla="*/ 203200 w 762000"/>
              <a:gd name="connsiteY6" fmla="*/ 762000 h 762000"/>
              <a:gd name="connisteX7" fmla="*/ 0 w 762000"/>
              <a:gd name="connsiteY7" fmla="*/ 558800 h 762000"/>
              <a:gd name="connisteX8" fmla="*/ 0 w 762000"/>
              <a:gd name="connsiteY8" fmla="*/ 2032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762000" h="7620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558800" y="0"/>
                </a:lnTo>
                <a:cubicBezTo>
                  <a:pt x="671024" y="0"/>
                  <a:pt x="762000" y="90976"/>
                  <a:pt x="762000" y="203200"/>
                </a:cubicBezTo>
                <a:lnTo>
                  <a:pt x="762000" y="558800"/>
                </a:lnTo>
                <a:cubicBezTo>
                  <a:pt x="762000" y="671024"/>
                  <a:pt x="671024" y="762000"/>
                  <a:pt x="558800" y="762000"/>
                </a:cubicBezTo>
                <a:lnTo>
                  <a:pt x="203200" y="762000"/>
                </a:lnTo>
                <a:cubicBezTo>
                  <a:pt x="90976" y="762000"/>
                  <a:pt x="0" y="671024"/>
                  <a:pt x="0" y="558800"/>
                </a:cubicBezTo>
                <a:lnTo>
                  <a:pt x="0" y="2032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0" name="文本占位符 19"/>
          <p:cNvSpPr>
            <a:spLocks noGrp="1"/>
          </p:cNvSpPr>
          <p:nvPr>
            <p:ph type="body" idx="16391" hasCustomPrompt="1"/>
            <p:custDataLst>
              <p:tags r:id="rId15"/>
            </p:custDataLst>
          </p:nvPr>
        </p:nvSpPr>
        <p:spPr>
          <a:xfrm>
            <a:off x="3092450" y="3200400"/>
            <a:ext cx="419100" cy="3556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2800" b="0" spc="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smtClean="0"/>
              <a:t>02</a:t>
            </a:r>
            <a:endParaRPr lang="zh-CN" altLang="en-US" smtClean="0"/>
          </a:p>
        </p:txBody>
      </p:sp>
      <p:sp>
        <p:nvSpPr>
          <p:cNvPr id="21" name="文本占位符 20"/>
          <p:cNvSpPr>
            <a:spLocks noGrp="1"/>
          </p:cNvSpPr>
          <p:nvPr>
            <p:ph type="body" idx="16389" hasCustomPrompt="1"/>
            <p:custDataLst>
              <p:tags r:id="rId16"/>
            </p:custDataLst>
          </p:nvPr>
        </p:nvSpPr>
        <p:spPr>
          <a:xfrm>
            <a:off x="2921000" y="3962400"/>
            <a:ext cx="1701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项标题</a:t>
            </a:r>
            <a:endParaRPr lang="zh-CN" altLang="en-US" smtClean="0"/>
          </a:p>
        </p:txBody>
      </p:sp>
      <p:sp>
        <p:nvSpPr>
          <p:cNvPr id="22" name="文本占位符 21"/>
          <p:cNvSpPr>
            <a:spLocks noGrp="1"/>
          </p:cNvSpPr>
          <p:nvPr>
            <p:ph type="body" idx="16390" hasCustomPrompt="1"/>
            <p:custDataLst>
              <p:tags r:id="rId17"/>
            </p:custDataLst>
          </p:nvPr>
        </p:nvSpPr>
        <p:spPr>
          <a:xfrm>
            <a:off x="2921000" y="4419600"/>
            <a:ext cx="1701800" cy="18288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23" name="装饰  2"/>
          <p:cNvSpPr>
            <a:spLocks noGrp="1"/>
          </p:cNvSpPr>
          <p:nvPr>
            <p:ph type="body" idx="16398" hasCustomPrompt="1"/>
            <p:custDataLst>
              <p:tags r:id="rId18"/>
            </p:custDataLst>
          </p:nvPr>
        </p:nvSpPr>
        <p:spPr>
          <a:xfrm>
            <a:off x="5232400" y="2997200"/>
            <a:ext cx="762000" cy="762000"/>
          </a:xfrm>
          <a:custGeom>
            <a:avLst/>
            <a:gdLst>
              <a:gd name="connisteX0" fmla="*/ 0 w 762000"/>
              <a:gd name="connsiteY0" fmla="*/ 203200 h 762000"/>
              <a:gd name="connisteX1" fmla="*/ 203200 w 762000"/>
              <a:gd name="connsiteY1" fmla="*/ 0 h 762000"/>
              <a:gd name="connisteX2" fmla="*/ 558800 w 762000"/>
              <a:gd name="connsiteY2" fmla="*/ 0 h 762000"/>
              <a:gd name="connisteX3" fmla="*/ 762000 w 762000"/>
              <a:gd name="connsiteY3" fmla="*/ 203200 h 762000"/>
              <a:gd name="connisteX4" fmla="*/ 762000 w 762000"/>
              <a:gd name="connsiteY4" fmla="*/ 558800 h 762000"/>
              <a:gd name="connisteX5" fmla="*/ 558800 w 762000"/>
              <a:gd name="connsiteY5" fmla="*/ 762000 h 762000"/>
              <a:gd name="connisteX6" fmla="*/ 203200 w 762000"/>
              <a:gd name="connsiteY6" fmla="*/ 762000 h 762000"/>
              <a:gd name="connisteX7" fmla="*/ 0 w 762000"/>
              <a:gd name="connsiteY7" fmla="*/ 558800 h 762000"/>
              <a:gd name="connisteX8" fmla="*/ 0 w 762000"/>
              <a:gd name="connsiteY8" fmla="*/ 2032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762000" h="7620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558800" y="0"/>
                </a:lnTo>
                <a:cubicBezTo>
                  <a:pt x="671024" y="0"/>
                  <a:pt x="762000" y="90976"/>
                  <a:pt x="762000" y="203200"/>
                </a:cubicBezTo>
                <a:lnTo>
                  <a:pt x="762000" y="558800"/>
                </a:lnTo>
                <a:cubicBezTo>
                  <a:pt x="762000" y="671024"/>
                  <a:pt x="671024" y="762000"/>
                  <a:pt x="558800" y="762000"/>
                </a:cubicBezTo>
                <a:lnTo>
                  <a:pt x="203200" y="762000"/>
                </a:lnTo>
                <a:cubicBezTo>
                  <a:pt x="90976" y="762000"/>
                  <a:pt x="0" y="671024"/>
                  <a:pt x="0" y="558800"/>
                </a:cubicBezTo>
                <a:lnTo>
                  <a:pt x="0" y="2032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4" name="文本占位符 23"/>
          <p:cNvSpPr>
            <a:spLocks noGrp="1"/>
          </p:cNvSpPr>
          <p:nvPr>
            <p:ph type="body" idx="16394" hasCustomPrompt="1"/>
            <p:custDataLst>
              <p:tags r:id="rId19"/>
            </p:custDataLst>
          </p:nvPr>
        </p:nvSpPr>
        <p:spPr>
          <a:xfrm>
            <a:off x="5403850" y="3200400"/>
            <a:ext cx="419100" cy="3556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2800" b="0" spc="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smtClean="0"/>
              <a:t>03</a:t>
            </a:r>
            <a:endParaRPr lang="zh-CN" altLang="en-US" smtClean="0"/>
          </a:p>
        </p:txBody>
      </p:sp>
      <p:sp>
        <p:nvSpPr>
          <p:cNvPr id="25" name="文本占位符 24"/>
          <p:cNvSpPr>
            <a:spLocks noGrp="1"/>
          </p:cNvSpPr>
          <p:nvPr>
            <p:ph type="body" idx="16392" hasCustomPrompt="1"/>
            <p:custDataLst>
              <p:tags r:id="rId20"/>
            </p:custDataLst>
          </p:nvPr>
        </p:nvSpPr>
        <p:spPr>
          <a:xfrm>
            <a:off x="5232400" y="3962400"/>
            <a:ext cx="1701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项标题</a:t>
            </a:r>
            <a:endParaRPr lang="zh-CN" altLang="en-US" smtClean="0"/>
          </a:p>
        </p:txBody>
      </p:sp>
      <p:sp>
        <p:nvSpPr>
          <p:cNvPr id="26" name="文本占位符 25"/>
          <p:cNvSpPr>
            <a:spLocks noGrp="1"/>
          </p:cNvSpPr>
          <p:nvPr>
            <p:ph type="body" idx="16393" hasCustomPrompt="1"/>
            <p:custDataLst>
              <p:tags r:id="rId21"/>
            </p:custDataLst>
          </p:nvPr>
        </p:nvSpPr>
        <p:spPr>
          <a:xfrm>
            <a:off x="5232400" y="4419600"/>
            <a:ext cx="1701800" cy="18288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正文页-65_8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 descr="20796342_40480830.Z_40480830_蓝色商务风建筑线性材料PPT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635" y="-6350"/>
            <a:ext cx="12192000" cy="6858000"/>
          </a:xfrm>
          <a:prstGeom prst="rect">
            <a:avLst/>
          </a:prstGeom>
        </p:spPr>
      </p:pic>
      <p:sp>
        <p:nvSpPr>
          <p:cNvPr id="7" name="矩形 6"/>
          <p:cNvSpPr/>
          <p:nvPr userDrawn="1">
            <p:custDataLst>
              <p:tags r:id="rId4"/>
            </p:custDataLst>
          </p:nvPr>
        </p:nvSpPr>
        <p:spPr>
          <a:xfrm>
            <a:off x="0" y="0"/>
            <a:ext cx="12192635" cy="6870065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  <a:cs typeface="Arial Black" panose="020B0A04020102020204" charset="0"/>
            </a:endParaRPr>
          </a:p>
        </p:txBody>
      </p:sp>
      <p:sp>
        <p:nvSpPr>
          <p:cNvPr id="10" name="日期占位符 9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 wrap="square">
            <a:normAutofit/>
          </a:bodyPr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11" name="页脚占位符 10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12" name="灯片编号占位符 11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 wrap="square">
            <a:normAutofit/>
          </a:bodyPr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13" name="标题 12"/>
          <p:cNvSpPr>
            <a:spLocks noGrp="1"/>
          </p:cNvSpPr>
          <p:nvPr>
            <p:ph type="ctrTitle" idx="16385" hasCustomPrompt="1"/>
            <p:custDataLst>
              <p:tags r:id="rId8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14" name="内容占位符 13"/>
          <p:cNvSpPr>
            <a:spLocks noGrp="1"/>
          </p:cNvSpPr>
          <p:nvPr>
            <p:ph idx="16390" hasCustomPrompt="1"/>
            <p:custDataLst>
              <p:tags r:id="rId9"/>
            </p:custDataLst>
          </p:nvPr>
        </p:nvSpPr>
        <p:spPr>
          <a:xfrm>
            <a:off x="609600" y="1524000"/>
            <a:ext cx="5486400" cy="4724400"/>
          </a:xfrm>
          <a:custGeom>
            <a:avLst/>
            <a:gdLst>
              <a:gd name="connisteX0" fmla="*/ 0 w 5486400"/>
              <a:gd name="connsiteY0" fmla="*/ 203200 h 4724400"/>
              <a:gd name="connisteX1" fmla="*/ 203200 w 5486400"/>
              <a:gd name="connsiteY1" fmla="*/ 0 h 4724400"/>
              <a:gd name="connisteX2" fmla="*/ 5283200 w 5486400"/>
              <a:gd name="connsiteY2" fmla="*/ 0 h 4724400"/>
              <a:gd name="connisteX3" fmla="*/ 5486400 w 5486400"/>
              <a:gd name="connsiteY3" fmla="*/ 203200 h 4724400"/>
              <a:gd name="connisteX4" fmla="*/ 5486400 w 5486400"/>
              <a:gd name="connsiteY4" fmla="*/ 4521200 h 4724400"/>
              <a:gd name="connisteX5" fmla="*/ 5283200 w 5486400"/>
              <a:gd name="connsiteY5" fmla="*/ 4724400 h 4724400"/>
              <a:gd name="connisteX6" fmla="*/ 203200 w 5486400"/>
              <a:gd name="connsiteY6" fmla="*/ 4724400 h 4724400"/>
              <a:gd name="connisteX7" fmla="*/ 0 w 5486400"/>
              <a:gd name="connsiteY7" fmla="*/ 4521200 h 4724400"/>
              <a:gd name="connisteX8" fmla="*/ 0 w 5486400"/>
              <a:gd name="connsiteY8" fmla="*/ 203200 h 472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486400" h="47244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5283200" y="0"/>
                </a:lnTo>
                <a:cubicBezTo>
                  <a:pt x="5395424" y="0"/>
                  <a:pt x="5486400" y="90976"/>
                  <a:pt x="5486400" y="203200"/>
                </a:cubicBezTo>
                <a:lnTo>
                  <a:pt x="5486400" y="4521200"/>
                </a:lnTo>
                <a:cubicBezTo>
                  <a:pt x="5486400" y="4633424"/>
                  <a:pt x="5395424" y="4724400"/>
                  <a:pt x="5283200" y="4724400"/>
                </a:cubicBezTo>
                <a:lnTo>
                  <a:pt x="203200" y="4724400"/>
                </a:lnTo>
                <a:cubicBezTo>
                  <a:pt x="90976" y="4724400"/>
                  <a:pt x="0" y="4633424"/>
                  <a:pt x="0" y="4521200"/>
                </a:cubicBez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5" name="文本占位符 14"/>
          <p:cNvSpPr>
            <a:spLocks noGrp="1"/>
          </p:cNvSpPr>
          <p:nvPr>
            <p:ph type="body" idx="16386" hasCustomPrompt="1"/>
            <p:custDataLst>
              <p:tags r:id="rId10"/>
            </p:custDataLst>
          </p:nvPr>
        </p:nvSpPr>
        <p:spPr>
          <a:xfrm>
            <a:off x="6553200" y="2413000"/>
            <a:ext cx="5029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6387" hasCustomPrompt="1"/>
            <p:custDataLst>
              <p:tags r:id="rId11"/>
            </p:custDataLst>
          </p:nvPr>
        </p:nvSpPr>
        <p:spPr>
          <a:xfrm>
            <a:off x="6553200" y="2971800"/>
            <a:ext cx="50292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7" name="文本占位符 16"/>
          <p:cNvSpPr>
            <a:spLocks noGrp="1"/>
          </p:cNvSpPr>
          <p:nvPr>
            <p:ph type="body" idx="16388" hasCustomPrompt="1"/>
            <p:custDataLst>
              <p:tags r:id="rId12"/>
            </p:custDataLst>
          </p:nvPr>
        </p:nvSpPr>
        <p:spPr>
          <a:xfrm>
            <a:off x="6553200" y="4191000"/>
            <a:ext cx="5029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8" name="文本占位符 17"/>
          <p:cNvSpPr>
            <a:spLocks noGrp="1"/>
          </p:cNvSpPr>
          <p:nvPr>
            <p:ph type="body" idx="16389" hasCustomPrompt="1"/>
            <p:custDataLst>
              <p:tags r:id="rId13"/>
            </p:custDataLst>
          </p:nvPr>
        </p:nvSpPr>
        <p:spPr>
          <a:xfrm>
            <a:off x="6553200" y="4749800"/>
            <a:ext cx="50292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正文页-30_39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 descr="20796342_40480830.Z_40480830_蓝色商务风建筑线性材料PPT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635" y="-6350"/>
            <a:ext cx="12192000" cy="6858000"/>
          </a:xfrm>
          <a:prstGeom prst="rect">
            <a:avLst/>
          </a:prstGeom>
        </p:spPr>
      </p:pic>
      <p:sp>
        <p:nvSpPr>
          <p:cNvPr id="7" name="矩形 6"/>
          <p:cNvSpPr/>
          <p:nvPr userDrawn="1">
            <p:custDataLst>
              <p:tags r:id="rId4"/>
            </p:custDataLst>
          </p:nvPr>
        </p:nvSpPr>
        <p:spPr>
          <a:xfrm>
            <a:off x="0" y="0"/>
            <a:ext cx="12192635" cy="6870065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  <a:cs typeface="Arial Black" panose="020B0A04020102020204" charset="0"/>
            </a:endParaRPr>
          </a:p>
        </p:txBody>
      </p:sp>
      <p:sp>
        <p:nvSpPr>
          <p:cNvPr id="10" name="日期占位符 9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 wrap="square">
            <a:normAutofit/>
          </a:bodyPr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11" name="页脚占位符 10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12" name="灯片编号占位符 11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 wrap="square">
            <a:normAutofit/>
          </a:bodyPr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13" name="标题 12"/>
          <p:cNvSpPr>
            <a:spLocks noGrp="1"/>
          </p:cNvSpPr>
          <p:nvPr>
            <p:ph type="ctrTitle" idx="16385" hasCustomPrompt="1"/>
            <p:custDataLst>
              <p:tags r:id="rId8"/>
            </p:custDataLst>
          </p:nvPr>
        </p:nvSpPr>
        <p:spPr>
          <a:xfrm>
            <a:off x="6705600" y="533400"/>
            <a:ext cx="48768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14" name="内容占位符 13"/>
          <p:cNvSpPr>
            <a:spLocks noGrp="1"/>
          </p:cNvSpPr>
          <p:nvPr>
            <p:ph idx="16394" hasCustomPrompt="1"/>
            <p:custDataLst>
              <p:tags r:id="rId9"/>
            </p:custDataLst>
          </p:nvPr>
        </p:nvSpPr>
        <p:spPr>
          <a:xfrm>
            <a:off x="609600" y="609600"/>
            <a:ext cx="5486400" cy="5638800"/>
          </a:xfrm>
          <a:custGeom>
            <a:avLst/>
            <a:gdLst>
              <a:gd name="connisteX0" fmla="*/ 0 w 5486400"/>
              <a:gd name="connsiteY0" fmla="*/ 203200 h 5638800"/>
              <a:gd name="connisteX1" fmla="*/ 203200 w 5486400"/>
              <a:gd name="connsiteY1" fmla="*/ 0 h 5638800"/>
              <a:gd name="connisteX2" fmla="*/ 5283200 w 5486400"/>
              <a:gd name="connsiteY2" fmla="*/ 0 h 5638800"/>
              <a:gd name="connisteX3" fmla="*/ 5486400 w 5486400"/>
              <a:gd name="connsiteY3" fmla="*/ 203200 h 5638800"/>
              <a:gd name="connisteX4" fmla="*/ 5486400 w 5486400"/>
              <a:gd name="connsiteY4" fmla="*/ 5435600 h 5638800"/>
              <a:gd name="connisteX5" fmla="*/ 5283200 w 5486400"/>
              <a:gd name="connsiteY5" fmla="*/ 5638800 h 5638800"/>
              <a:gd name="connisteX6" fmla="*/ 203200 w 5486400"/>
              <a:gd name="connsiteY6" fmla="*/ 5638800 h 5638800"/>
              <a:gd name="connisteX7" fmla="*/ 0 w 5486400"/>
              <a:gd name="connsiteY7" fmla="*/ 5435600 h 5638800"/>
              <a:gd name="connisteX8" fmla="*/ 0 w 5486400"/>
              <a:gd name="connsiteY8" fmla="*/ 203200 h 5638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486400" h="5638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5283200" y="0"/>
                </a:lnTo>
                <a:cubicBezTo>
                  <a:pt x="5395424" y="0"/>
                  <a:pt x="5486400" y="90976"/>
                  <a:pt x="5486400" y="203200"/>
                </a:cubicBezTo>
                <a:lnTo>
                  <a:pt x="5486400" y="5435600"/>
                </a:lnTo>
                <a:cubicBezTo>
                  <a:pt x="5486400" y="5547824"/>
                  <a:pt x="5395424" y="5638800"/>
                  <a:pt x="5283200" y="5638800"/>
                </a:cubicBezTo>
                <a:lnTo>
                  <a:pt x="203200" y="5638800"/>
                </a:lnTo>
                <a:cubicBezTo>
                  <a:pt x="90976" y="5638800"/>
                  <a:pt x="0" y="5547824"/>
                  <a:pt x="0" y="5435600"/>
                </a:cubicBez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5" name="装饰  4"/>
          <p:cNvSpPr>
            <a:spLocks noGrp="1"/>
          </p:cNvSpPr>
          <p:nvPr>
            <p:ph type="body" idx="16395" hasCustomPrompt="1"/>
            <p:custDataLst>
              <p:tags r:id="rId10"/>
            </p:custDataLst>
          </p:nvPr>
        </p:nvSpPr>
        <p:spPr>
          <a:xfrm>
            <a:off x="6705600" y="2540000"/>
            <a:ext cx="50800" cy="1422400"/>
          </a:xfrm>
          <a:custGeom>
            <a:avLst/>
            <a:gdLst>
              <a:gd name="connisteX0" fmla="*/ 0 w 50800"/>
              <a:gd name="connsiteY0" fmla="*/ 25400 h 1422400"/>
              <a:gd name="connisteX1" fmla="*/ 25400 w 50800"/>
              <a:gd name="connsiteY1" fmla="*/ 0 h 1422400"/>
              <a:gd name="connisteX2" fmla="*/ 25400 w 50800"/>
              <a:gd name="connsiteY2" fmla="*/ 0 h 1422400"/>
              <a:gd name="connisteX3" fmla="*/ 50800 w 50800"/>
              <a:gd name="connsiteY3" fmla="*/ 25400 h 1422400"/>
              <a:gd name="connisteX4" fmla="*/ 50800 w 50800"/>
              <a:gd name="connsiteY4" fmla="*/ 1397000 h 1422400"/>
              <a:gd name="connisteX5" fmla="*/ 25400 w 50800"/>
              <a:gd name="connsiteY5" fmla="*/ 1422400 h 1422400"/>
              <a:gd name="connisteX6" fmla="*/ 25400 w 50800"/>
              <a:gd name="connsiteY6" fmla="*/ 1422400 h 1422400"/>
              <a:gd name="connisteX7" fmla="*/ 0 w 50800"/>
              <a:gd name="connsiteY7" fmla="*/ 1397000 h 1422400"/>
              <a:gd name="connisteX8" fmla="*/ 0 w 50800"/>
              <a:gd name="connsiteY8" fmla="*/ 25400 h 1422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0800" h="14224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1397000"/>
                </a:lnTo>
                <a:cubicBezTo>
                  <a:pt x="50800" y="1411028"/>
                  <a:pt x="39428" y="1422400"/>
                  <a:pt x="25400" y="1422400"/>
                </a:cubicBezTo>
                <a:lnTo>
                  <a:pt x="25400" y="1422400"/>
                </a:lnTo>
                <a:cubicBezTo>
                  <a:pt x="11372" y="1422400"/>
                  <a:pt x="0" y="1411028"/>
                  <a:pt x="0" y="1397000"/>
                </a:cubicBezTo>
                <a:lnTo>
                  <a:pt x="0" y="254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6386" hasCustomPrompt="1"/>
            <p:custDataLst>
              <p:tags r:id="rId11"/>
            </p:custDataLst>
          </p:nvPr>
        </p:nvSpPr>
        <p:spPr>
          <a:xfrm>
            <a:off x="6858000" y="2540000"/>
            <a:ext cx="20574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项标题</a:t>
            </a:r>
            <a:endParaRPr lang="zh-CN" altLang="en-US" smtClean="0"/>
          </a:p>
        </p:txBody>
      </p:sp>
      <p:sp>
        <p:nvSpPr>
          <p:cNvPr id="17" name="文本占位符 16"/>
          <p:cNvSpPr>
            <a:spLocks noGrp="1"/>
          </p:cNvSpPr>
          <p:nvPr>
            <p:ph type="body" idx="16387" hasCustomPrompt="1"/>
            <p:custDataLst>
              <p:tags r:id="rId12"/>
            </p:custDataLst>
          </p:nvPr>
        </p:nvSpPr>
        <p:spPr>
          <a:xfrm>
            <a:off x="6858000" y="3048000"/>
            <a:ext cx="2057400" cy="914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8" name="装饰  7"/>
          <p:cNvSpPr>
            <a:spLocks noGrp="1"/>
          </p:cNvSpPr>
          <p:nvPr>
            <p:ph type="body" idx="16396" hasCustomPrompt="1"/>
            <p:custDataLst>
              <p:tags r:id="rId13"/>
            </p:custDataLst>
          </p:nvPr>
        </p:nvSpPr>
        <p:spPr>
          <a:xfrm>
            <a:off x="9372600" y="2540000"/>
            <a:ext cx="50800" cy="1422400"/>
          </a:xfrm>
          <a:custGeom>
            <a:avLst/>
            <a:gdLst>
              <a:gd name="connisteX0" fmla="*/ 0 w 50800"/>
              <a:gd name="connsiteY0" fmla="*/ 25400 h 1422400"/>
              <a:gd name="connisteX1" fmla="*/ 25400 w 50800"/>
              <a:gd name="connsiteY1" fmla="*/ 0 h 1422400"/>
              <a:gd name="connisteX2" fmla="*/ 25400 w 50800"/>
              <a:gd name="connsiteY2" fmla="*/ 0 h 1422400"/>
              <a:gd name="connisteX3" fmla="*/ 50800 w 50800"/>
              <a:gd name="connsiteY3" fmla="*/ 25400 h 1422400"/>
              <a:gd name="connisteX4" fmla="*/ 50800 w 50800"/>
              <a:gd name="connsiteY4" fmla="*/ 1397000 h 1422400"/>
              <a:gd name="connisteX5" fmla="*/ 25400 w 50800"/>
              <a:gd name="connsiteY5" fmla="*/ 1422400 h 1422400"/>
              <a:gd name="connisteX6" fmla="*/ 25400 w 50800"/>
              <a:gd name="connsiteY6" fmla="*/ 1422400 h 1422400"/>
              <a:gd name="connisteX7" fmla="*/ 0 w 50800"/>
              <a:gd name="connsiteY7" fmla="*/ 1397000 h 1422400"/>
              <a:gd name="connisteX8" fmla="*/ 0 w 50800"/>
              <a:gd name="connsiteY8" fmla="*/ 25400 h 1422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0800" h="14224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1397000"/>
                </a:lnTo>
                <a:cubicBezTo>
                  <a:pt x="50800" y="1411028"/>
                  <a:pt x="39428" y="1422400"/>
                  <a:pt x="25400" y="1422400"/>
                </a:cubicBezTo>
                <a:lnTo>
                  <a:pt x="25400" y="1422400"/>
                </a:lnTo>
                <a:cubicBezTo>
                  <a:pt x="11372" y="1422400"/>
                  <a:pt x="0" y="1411028"/>
                  <a:pt x="0" y="1397000"/>
                </a:cubicBezTo>
                <a:lnTo>
                  <a:pt x="0" y="254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9" name="文本占位符 18"/>
          <p:cNvSpPr>
            <a:spLocks noGrp="1"/>
          </p:cNvSpPr>
          <p:nvPr>
            <p:ph type="body" idx="16388" hasCustomPrompt="1"/>
            <p:custDataLst>
              <p:tags r:id="rId14"/>
            </p:custDataLst>
          </p:nvPr>
        </p:nvSpPr>
        <p:spPr>
          <a:xfrm>
            <a:off x="9525000" y="2540000"/>
            <a:ext cx="20574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项标题</a:t>
            </a:r>
            <a:endParaRPr lang="zh-CN" altLang="en-US" smtClean="0"/>
          </a:p>
        </p:txBody>
      </p:sp>
      <p:sp>
        <p:nvSpPr>
          <p:cNvPr id="20" name="文本占位符 19"/>
          <p:cNvSpPr>
            <a:spLocks noGrp="1"/>
          </p:cNvSpPr>
          <p:nvPr>
            <p:ph type="body" idx="16389" hasCustomPrompt="1"/>
            <p:custDataLst>
              <p:tags r:id="rId15"/>
            </p:custDataLst>
          </p:nvPr>
        </p:nvSpPr>
        <p:spPr>
          <a:xfrm>
            <a:off x="9525000" y="3048000"/>
            <a:ext cx="2057400" cy="914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21" name="装饰  0"/>
          <p:cNvSpPr>
            <a:spLocks noGrp="1"/>
          </p:cNvSpPr>
          <p:nvPr>
            <p:ph type="body" idx="16397" hasCustomPrompt="1"/>
            <p:custDataLst>
              <p:tags r:id="rId16"/>
            </p:custDataLst>
          </p:nvPr>
        </p:nvSpPr>
        <p:spPr>
          <a:xfrm>
            <a:off x="6705600" y="4419600"/>
            <a:ext cx="50800" cy="1422400"/>
          </a:xfrm>
          <a:custGeom>
            <a:avLst/>
            <a:gdLst>
              <a:gd name="connisteX0" fmla="*/ 0 w 50800"/>
              <a:gd name="connsiteY0" fmla="*/ 25400 h 1422400"/>
              <a:gd name="connisteX1" fmla="*/ 25400 w 50800"/>
              <a:gd name="connsiteY1" fmla="*/ 0 h 1422400"/>
              <a:gd name="connisteX2" fmla="*/ 25400 w 50800"/>
              <a:gd name="connsiteY2" fmla="*/ 0 h 1422400"/>
              <a:gd name="connisteX3" fmla="*/ 50800 w 50800"/>
              <a:gd name="connsiteY3" fmla="*/ 25400 h 1422400"/>
              <a:gd name="connisteX4" fmla="*/ 50800 w 50800"/>
              <a:gd name="connsiteY4" fmla="*/ 1397000 h 1422400"/>
              <a:gd name="connisteX5" fmla="*/ 25400 w 50800"/>
              <a:gd name="connsiteY5" fmla="*/ 1422400 h 1422400"/>
              <a:gd name="connisteX6" fmla="*/ 25400 w 50800"/>
              <a:gd name="connsiteY6" fmla="*/ 1422400 h 1422400"/>
              <a:gd name="connisteX7" fmla="*/ 0 w 50800"/>
              <a:gd name="connsiteY7" fmla="*/ 1397000 h 1422400"/>
              <a:gd name="connisteX8" fmla="*/ 0 w 50800"/>
              <a:gd name="connsiteY8" fmla="*/ 25400 h 1422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0800" h="14224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1397000"/>
                </a:lnTo>
                <a:cubicBezTo>
                  <a:pt x="50800" y="1411028"/>
                  <a:pt x="39428" y="1422400"/>
                  <a:pt x="25400" y="1422400"/>
                </a:cubicBezTo>
                <a:lnTo>
                  <a:pt x="25400" y="1422400"/>
                </a:lnTo>
                <a:cubicBezTo>
                  <a:pt x="11372" y="1422400"/>
                  <a:pt x="0" y="1411028"/>
                  <a:pt x="0" y="1397000"/>
                </a:cubicBezTo>
                <a:lnTo>
                  <a:pt x="0" y="254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2" name="文本占位符 21"/>
          <p:cNvSpPr>
            <a:spLocks noGrp="1"/>
          </p:cNvSpPr>
          <p:nvPr>
            <p:ph type="body" idx="16390" hasCustomPrompt="1"/>
            <p:custDataLst>
              <p:tags r:id="rId17"/>
            </p:custDataLst>
          </p:nvPr>
        </p:nvSpPr>
        <p:spPr>
          <a:xfrm>
            <a:off x="6858000" y="4419600"/>
            <a:ext cx="20574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项标题</a:t>
            </a:r>
            <a:endParaRPr lang="zh-CN" altLang="en-US" smtClean="0"/>
          </a:p>
        </p:txBody>
      </p:sp>
      <p:sp>
        <p:nvSpPr>
          <p:cNvPr id="23" name="文本占位符 22"/>
          <p:cNvSpPr>
            <a:spLocks noGrp="1"/>
          </p:cNvSpPr>
          <p:nvPr>
            <p:ph type="body" idx="16391" hasCustomPrompt="1"/>
            <p:custDataLst>
              <p:tags r:id="rId18"/>
            </p:custDataLst>
          </p:nvPr>
        </p:nvSpPr>
        <p:spPr>
          <a:xfrm>
            <a:off x="6858000" y="4927600"/>
            <a:ext cx="2057400" cy="914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24" name="装饰  3"/>
          <p:cNvSpPr>
            <a:spLocks noGrp="1"/>
          </p:cNvSpPr>
          <p:nvPr>
            <p:ph type="body" idx="16398" hasCustomPrompt="1"/>
            <p:custDataLst>
              <p:tags r:id="rId19"/>
            </p:custDataLst>
          </p:nvPr>
        </p:nvSpPr>
        <p:spPr>
          <a:xfrm>
            <a:off x="9372600" y="4419600"/>
            <a:ext cx="50800" cy="1422400"/>
          </a:xfrm>
          <a:custGeom>
            <a:avLst/>
            <a:gdLst>
              <a:gd name="connisteX0" fmla="*/ 0 w 50800"/>
              <a:gd name="connsiteY0" fmla="*/ 25400 h 1422400"/>
              <a:gd name="connisteX1" fmla="*/ 25400 w 50800"/>
              <a:gd name="connsiteY1" fmla="*/ 0 h 1422400"/>
              <a:gd name="connisteX2" fmla="*/ 25400 w 50800"/>
              <a:gd name="connsiteY2" fmla="*/ 0 h 1422400"/>
              <a:gd name="connisteX3" fmla="*/ 50800 w 50800"/>
              <a:gd name="connsiteY3" fmla="*/ 25400 h 1422400"/>
              <a:gd name="connisteX4" fmla="*/ 50800 w 50800"/>
              <a:gd name="connsiteY4" fmla="*/ 1397000 h 1422400"/>
              <a:gd name="connisteX5" fmla="*/ 25400 w 50800"/>
              <a:gd name="connsiteY5" fmla="*/ 1422400 h 1422400"/>
              <a:gd name="connisteX6" fmla="*/ 25400 w 50800"/>
              <a:gd name="connsiteY6" fmla="*/ 1422400 h 1422400"/>
              <a:gd name="connisteX7" fmla="*/ 0 w 50800"/>
              <a:gd name="connsiteY7" fmla="*/ 1397000 h 1422400"/>
              <a:gd name="connisteX8" fmla="*/ 0 w 50800"/>
              <a:gd name="connsiteY8" fmla="*/ 25400 h 1422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0800" h="14224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1397000"/>
                </a:lnTo>
                <a:cubicBezTo>
                  <a:pt x="50800" y="1411028"/>
                  <a:pt x="39428" y="1422400"/>
                  <a:pt x="25400" y="1422400"/>
                </a:cubicBezTo>
                <a:lnTo>
                  <a:pt x="25400" y="1422400"/>
                </a:lnTo>
                <a:cubicBezTo>
                  <a:pt x="11372" y="1422400"/>
                  <a:pt x="0" y="1411028"/>
                  <a:pt x="0" y="1397000"/>
                </a:cubicBezTo>
                <a:lnTo>
                  <a:pt x="0" y="254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5" name="文本占位符 24"/>
          <p:cNvSpPr>
            <a:spLocks noGrp="1"/>
          </p:cNvSpPr>
          <p:nvPr>
            <p:ph type="body" idx="16392" hasCustomPrompt="1"/>
            <p:custDataLst>
              <p:tags r:id="rId20"/>
            </p:custDataLst>
          </p:nvPr>
        </p:nvSpPr>
        <p:spPr>
          <a:xfrm>
            <a:off x="9525000" y="4419600"/>
            <a:ext cx="20574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项标题</a:t>
            </a:r>
            <a:endParaRPr lang="zh-CN" altLang="en-US" smtClean="0"/>
          </a:p>
        </p:txBody>
      </p:sp>
      <p:sp>
        <p:nvSpPr>
          <p:cNvPr id="26" name="文本占位符 25"/>
          <p:cNvSpPr>
            <a:spLocks noGrp="1"/>
          </p:cNvSpPr>
          <p:nvPr>
            <p:ph type="body" idx="16393" hasCustomPrompt="1"/>
            <p:custDataLst>
              <p:tags r:id="rId21"/>
            </p:custDataLst>
          </p:nvPr>
        </p:nvSpPr>
        <p:spPr>
          <a:xfrm>
            <a:off x="9525000" y="4927600"/>
            <a:ext cx="2057400" cy="914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正文页-34_20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 descr="20796342_40480830.Z_40480830_蓝色商务风建筑线性材料PPT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635" y="-6350"/>
            <a:ext cx="12192000" cy="6858000"/>
          </a:xfrm>
          <a:prstGeom prst="rect">
            <a:avLst/>
          </a:prstGeom>
        </p:spPr>
      </p:pic>
      <p:sp>
        <p:nvSpPr>
          <p:cNvPr id="7" name="矩形 6"/>
          <p:cNvSpPr/>
          <p:nvPr userDrawn="1">
            <p:custDataLst>
              <p:tags r:id="rId4"/>
            </p:custDataLst>
          </p:nvPr>
        </p:nvSpPr>
        <p:spPr>
          <a:xfrm>
            <a:off x="0" y="0"/>
            <a:ext cx="12192635" cy="6870065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  <a:cs typeface="Arial Black" panose="020B0A04020102020204" charset="0"/>
            </a:endParaRPr>
          </a:p>
        </p:txBody>
      </p:sp>
      <p:sp>
        <p:nvSpPr>
          <p:cNvPr id="10" name="日期占位符 9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 wrap="square">
            <a:normAutofit/>
          </a:bodyPr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11" name="页脚占位符 10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12" name="灯片编号占位符 11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 wrap="square">
            <a:normAutofit/>
          </a:bodyPr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13" name="标题 12"/>
          <p:cNvSpPr>
            <a:spLocks noGrp="1"/>
          </p:cNvSpPr>
          <p:nvPr>
            <p:ph type="ctrTitle" idx="16385" hasCustomPrompt="1"/>
            <p:custDataLst>
              <p:tags r:id="rId8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14" name="图片占位符 13"/>
          <p:cNvSpPr>
            <a:spLocks noGrp="1"/>
          </p:cNvSpPr>
          <p:nvPr>
            <p:ph type="pic" idx="16392" hasCustomPrompt="1"/>
            <p:custDataLst>
              <p:tags r:id="rId9"/>
            </p:custDataLst>
          </p:nvPr>
        </p:nvSpPr>
        <p:spPr>
          <a:xfrm>
            <a:off x="609600" y="1600200"/>
            <a:ext cx="1219200" cy="1219200"/>
          </a:xfrm>
          <a:custGeom>
            <a:avLst/>
            <a:gdLst>
              <a:gd name="connisteX0" fmla="*/ 0 w 1219200"/>
              <a:gd name="connsiteY0" fmla="*/ 609600 h 1219200"/>
              <a:gd name="connisteX1" fmla="*/ 609600 w 1219200"/>
              <a:gd name="connsiteY1" fmla="*/ 0 h 1219200"/>
              <a:gd name="connisteX2" fmla="*/ 609600 w 1219200"/>
              <a:gd name="connsiteY2" fmla="*/ 0 h 1219200"/>
              <a:gd name="connisteX3" fmla="*/ 1219200 w 1219200"/>
              <a:gd name="connsiteY3" fmla="*/ 609600 h 1219200"/>
              <a:gd name="connisteX4" fmla="*/ 1219200 w 1219200"/>
              <a:gd name="connsiteY4" fmla="*/ 609600 h 1219200"/>
              <a:gd name="connisteX5" fmla="*/ 609600 w 1219200"/>
              <a:gd name="connsiteY5" fmla="*/ 1219200 h 1219200"/>
              <a:gd name="connisteX6" fmla="*/ 609600 w 1219200"/>
              <a:gd name="connsiteY6" fmla="*/ 1219200 h 1219200"/>
              <a:gd name="connisteX7" fmla="*/ 0 w 1219200"/>
              <a:gd name="connsiteY7" fmla="*/ 609600 h 1219200"/>
              <a:gd name="connisteX8" fmla="*/ 0 w 1219200"/>
              <a:gd name="connsiteY8" fmla="*/ 609600 h 1219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219200" h="1219200">
                <a:moveTo>
                  <a:pt x="0" y="609600"/>
                </a:moveTo>
                <a:cubicBezTo>
                  <a:pt x="0" y="272927"/>
                  <a:pt x="272927" y="0"/>
                  <a:pt x="609600" y="0"/>
                </a:cubicBezTo>
                <a:lnTo>
                  <a:pt x="609600" y="0"/>
                </a:lnTo>
                <a:cubicBezTo>
                  <a:pt x="946273" y="0"/>
                  <a:pt x="1219200" y="272927"/>
                  <a:pt x="1219200" y="609600"/>
                </a:cubicBezTo>
                <a:lnTo>
                  <a:pt x="1219200" y="609600"/>
                </a:lnTo>
                <a:cubicBezTo>
                  <a:pt x="1219200" y="946273"/>
                  <a:pt x="946273" y="1219200"/>
                  <a:pt x="609600" y="1219200"/>
                </a:cubicBezTo>
                <a:lnTo>
                  <a:pt x="609600" y="1219200"/>
                </a:lnTo>
                <a:cubicBezTo>
                  <a:pt x="272927" y="1219200"/>
                  <a:pt x="0" y="946273"/>
                  <a:pt x="0" y="609600"/>
                </a:cubicBezTo>
                <a:lnTo>
                  <a:pt x="0" y="6096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5" name="文本占位符 14"/>
          <p:cNvSpPr>
            <a:spLocks noGrp="1"/>
          </p:cNvSpPr>
          <p:nvPr>
            <p:ph type="body" idx="16386" hasCustomPrompt="1"/>
            <p:custDataLst>
              <p:tags r:id="rId10"/>
            </p:custDataLst>
          </p:nvPr>
        </p:nvSpPr>
        <p:spPr>
          <a:xfrm>
            <a:off x="2082800" y="1651000"/>
            <a:ext cx="94996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6387" hasCustomPrompt="1"/>
            <p:custDataLst>
              <p:tags r:id="rId11"/>
            </p:custDataLst>
          </p:nvPr>
        </p:nvSpPr>
        <p:spPr>
          <a:xfrm>
            <a:off x="2082800" y="2159000"/>
            <a:ext cx="94996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7" name="图片占位符 16"/>
          <p:cNvSpPr>
            <a:spLocks noGrp="1"/>
          </p:cNvSpPr>
          <p:nvPr>
            <p:ph type="pic" idx="16393" hasCustomPrompt="1"/>
            <p:custDataLst>
              <p:tags r:id="rId12"/>
            </p:custDataLst>
          </p:nvPr>
        </p:nvSpPr>
        <p:spPr>
          <a:xfrm>
            <a:off x="609600" y="3276600"/>
            <a:ext cx="1219200" cy="1219200"/>
          </a:xfrm>
          <a:custGeom>
            <a:avLst/>
            <a:gdLst>
              <a:gd name="connisteX0" fmla="*/ 0 w 1219200"/>
              <a:gd name="connsiteY0" fmla="*/ 609600 h 1219200"/>
              <a:gd name="connisteX1" fmla="*/ 609600 w 1219200"/>
              <a:gd name="connsiteY1" fmla="*/ 0 h 1219200"/>
              <a:gd name="connisteX2" fmla="*/ 609600 w 1219200"/>
              <a:gd name="connsiteY2" fmla="*/ 0 h 1219200"/>
              <a:gd name="connisteX3" fmla="*/ 1219200 w 1219200"/>
              <a:gd name="connsiteY3" fmla="*/ 609600 h 1219200"/>
              <a:gd name="connisteX4" fmla="*/ 1219200 w 1219200"/>
              <a:gd name="connsiteY4" fmla="*/ 609600 h 1219200"/>
              <a:gd name="connisteX5" fmla="*/ 609600 w 1219200"/>
              <a:gd name="connsiteY5" fmla="*/ 1219200 h 1219200"/>
              <a:gd name="connisteX6" fmla="*/ 609600 w 1219200"/>
              <a:gd name="connsiteY6" fmla="*/ 1219200 h 1219200"/>
              <a:gd name="connisteX7" fmla="*/ 0 w 1219200"/>
              <a:gd name="connsiteY7" fmla="*/ 609600 h 1219200"/>
              <a:gd name="connisteX8" fmla="*/ 0 w 1219200"/>
              <a:gd name="connsiteY8" fmla="*/ 609600 h 1219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219200" h="1219200">
                <a:moveTo>
                  <a:pt x="0" y="609600"/>
                </a:moveTo>
                <a:cubicBezTo>
                  <a:pt x="0" y="272927"/>
                  <a:pt x="272927" y="0"/>
                  <a:pt x="609600" y="0"/>
                </a:cubicBezTo>
                <a:lnTo>
                  <a:pt x="609600" y="0"/>
                </a:lnTo>
                <a:cubicBezTo>
                  <a:pt x="946273" y="0"/>
                  <a:pt x="1219200" y="272927"/>
                  <a:pt x="1219200" y="609600"/>
                </a:cubicBezTo>
                <a:lnTo>
                  <a:pt x="1219200" y="609600"/>
                </a:lnTo>
                <a:cubicBezTo>
                  <a:pt x="1219200" y="946273"/>
                  <a:pt x="946273" y="1219200"/>
                  <a:pt x="609600" y="1219200"/>
                </a:cubicBezTo>
                <a:lnTo>
                  <a:pt x="609600" y="1219200"/>
                </a:lnTo>
                <a:cubicBezTo>
                  <a:pt x="272927" y="1219200"/>
                  <a:pt x="0" y="946273"/>
                  <a:pt x="0" y="609600"/>
                </a:cubicBezTo>
                <a:lnTo>
                  <a:pt x="0" y="6096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8" name="文本占位符 17"/>
          <p:cNvSpPr>
            <a:spLocks noGrp="1"/>
          </p:cNvSpPr>
          <p:nvPr>
            <p:ph type="body" idx="16388" hasCustomPrompt="1"/>
            <p:custDataLst>
              <p:tags r:id="rId13"/>
            </p:custDataLst>
          </p:nvPr>
        </p:nvSpPr>
        <p:spPr>
          <a:xfrm>
            <a:off x="2082800" y="3327400"/>
            <a:ext cx="94996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9" name="文本占位符 18"/>
          <p:cNvSpPr>
            <a:spLocks noGrp="1"/>
          </p:cNvSpPr>
          <p:nvPr>
            <p:ph type="body" idx="16389" hasCustomPrompt="1"/>
            <p:custDataLst>
              <p:tags r:id="rId14"/>
            </p:custDataLst>
          </p:nvPr>
        </p:nvSpPr>
        <p:spPr>
          <a:xfrm>
            <a:off x="2082800" y="3835400"/>
            <a:ext cx="94996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20" name="图片占位符 19"/>
          <p:cNvSpPr>
            <a:spLocks noGrp="1"/>
          </p:cNvSpPr>
          <p:nvPr>
            <p:ph type="pic" idx="16394" hasCustomPrompt="1"/>
            <p:custDataLst>
              <p:tags r:id="rId15"/>
            </p:custDataLst>
          </p:nvPr>
        </p:nvSpPr>
        <p:spPr>
          <a:xfrm>
            <a:off x="609600" y="4953000"/>
            <a:ext cx="1219200" cy="1219200"/>
          </a:xfrm>
          <a:custGeom>
            <a:avLst/>
            <a:gdLst>
              <a:gd name="connisteX0" fmla="*/ 0 w 1219200"/>
              <a:gd name="connsiteY0" fmla="*/ 609600 h 1219200"/>
              <a:gd name="connisteX1" fmla="*/ 609600 w 1219200"/>
              <a:gd name="connsiteY1" fmla="*/ 0 h 1219200"/>
              <a:gd name="connisteX2" fmla="*/ 609600 w 1219200"/>
              <a:gd name="connsiteY2" fmla="*/ 0 h 1219200"/>
              <a:gd name="connisteX3" fmla="*/ 1219200 w 1219200"/>
              <a:gd name="connsiteY3" fmla="*/ 609600 h 1219200"/>
              <a:gd name="connisteX4" fmla="*/ 1219200 w 1219200"/>
              <a:gd name="connsiteY4" fmla="*/ 609600 h 1219200"/>
              <a:gd name="connisteX5" fmla="*/ 609600 w 1219200"/>
              <a:gd name="connsiteY5" fmla="*/ 1219200 h 1219200"/>
              <a:gd name="connisteX6" fmla="*/ 609600 w 1219200"/>
              <a:gd name="connsiteY6" fmla="*/ 1219200 h 1219200"/>
              <a:gd name="connisteX7" fmla="*/ 0 w 1219200"/>
              <a:gd name="connsiteY7" fmla="*/ 609600 h 1219200"/>
              <a:gd name="connisteX8" fmla="*/ 0 w 1219200"/>
              <a:gd name="connsiteY8" fmla="*/ 609600 h 1219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219200" h="1219200">
                <a:moveTo>
                  <a:pt x="0" y="609600"/>
                </a:moveTo>
                <a:cubicBezTo>
                  <a:pt x="0" y="272927"/>
                  <a:pt x="272927" y="0"/>
                  <a:pt x="609600" y="0"/>
                </a:cubicBezTo>
                <a:lnTo>
                  <a:pt x="609600" y="0"/>
                </a:lnTo>
                <a:cubicBezTo>
                  <a:pt x="946273" y="0"/>
                  <a:pt x="1219200" y="272927"/>
                  <a:pt x="1219200" y="609600"/>
                </a:cubicBezTo>
                <a:lnTo>
                  <a:pt x="1219200" y="609600"/>
                </a:lnTo>
                <a:cubicBezTo>
                  <a:pt x="1219200" y="946273"/>
                  <a:pt x="946273" y="1219200"/>
                  <a:pt x="609600" y="1219200"/>
                </a:cubicBezTo>
                <a:lnTo>
                  <a:pt x="609600" y="1219200"/>
                </a:lnTo>
                <a:cubicBezTo>
                  <a:pt x="272927" y="1219200"/>
                  <a:pt x="0" y="946273"/>
                  <a:pt x="0" y="609600"/>
                </a:cubicBezTo>
                <a:lnTo>
                  <a:pt x="0" y="6096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21" name="文本占位符 20"/>
          <p:cNvSpPr>
            <a:spLocks noGrp="1"/>
          </p:cNvSpPr>
          <p:nvPr>
            <p:ph type="body" idx="16390" hasCustomPrompt="1"/>
            <p:custDataLst>
              <p:tags r:id="rId16"/>
            </p:custDataLst>
          </p:nvPr>
        </p:nvSpPr>
        <p:spPr>
          <a:xfrm>
            <a:off x="2082800" y="5003800"/>
            <a:ext cx="94996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22" name="文本占位符 21"/>
          <p:cNvSpPr>
            <a:spLocks noGrp="1"/>
          </p:cNvSpPr>
          <p:nvPr>
            <p:ph type="body" idx="16391" hasCustomPrompt="1"/>
            <p:custDataLst>
              <p:tags r:id="rId17"/>
            </p:custDataLst>
          </p:nvPr>
        </p:nvSpPr>
        <p:spPr>
          <a:xfrm>
            <a:off x="2082800" y="5511800"/>
            <a:ext cx="94996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正文页-2_3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 descr="20796342_40480830.Z_40480830_蓝色商务风建筑线性材料PPT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635" y="-6350"/>
            <a:ext cx="12192000" cy="6858000"/>
          </a:xfrm>
          <a:prstGeom prst="rect">
            <a:avLst/>
          </a:prstGeom>
        </p:spPr>
      </p:pic>
      <p:sp>
        <p:nvSpPr>
          <p:cNvPr id="7" name="矩形 6"/>
          <p:cNvSpPr/>
          <p:nvPr userDrawn="1">
            <p:custDataLst>
              <p:tags r:id="rId4"/>
            </p:custDataLst>
          </p:nvPr>
        </p:nvSpPr>
        <p:spPr>
          <a:xfrm>
            <a:off x="0" y="0"/>
            <a:ext cx="12192635" cy="6870065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  <a:cs typeface="Arial Black" panose="020B0A04020102020204" charset="0"/>
            </a:endParaRPr>
          </a:p>
        </p:txBody>
      </p:sp>
      <p:sp>
        <p:nvSpPr>
          <p:cNvPr id="10" name="日期占位符 9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 wrap="square">
            <a:normAutofit/>
          </a:bodyPr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11" name="页脚占位符 10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12" name="灯片编号占位符 11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 wrap="square">
            <a:normAutofit/>
          </a:bodyPr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13" name="标题 12"/>
          <p:cNvSpPr>
            <a:spLocks noGrp="1"/>
          </p:cNvSpPr>
          <p:nvPr>
            <p:ph type="ctrTitle" idx="16385" hasCustomPrompt="1"/>
            <p:custDataLst>
              <p:tags r:id="rId8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14" name="装饰  3"/>
          <p:cNvSpPr>
            <a:spLocks noGrp="1"/>
          </p:cNvSpPr>
          <p:nvPr>
            <p:ph type="body" idx="16394" hasCustomPrompt="1"/>
            <p:custDataLst>
              <p:tags r:id="rId9"/>
            </p:custDataLst>
          </p:nvPr>
        </p:nvSpPr>
        <p:spPr>
          <a:xfrm>
            <a:off x="3149600" y="1524000"/>
            <a:ext cx="2794000" cy="2209800"/>
          </a:xfrm>
          <a:custGeom>
            <a:avLst/>
            <a:gdLst>
              <a:gd name="connisteX0" fmla="*/ 0 w 2794000"/>
              <a:gd name="connsiteY0" fmla="*/ 0 h 2209800"/>
              <a:gd name="connisteX1" fmla="*/ 2590800 w 2794000"/>
              <a:gd name="connsiteY1" fmla="*/ 0 h 2209800"/>
              <a:gd name="connisteX2" fmla="*/ 2794000 w 2794000"/>
              <a:gd name="connsiteY2" fmla="*/ 203200 h 2209800"/>
              <a:gd name="connisteX3" fmla="*/ 2794000 w 2794000"/>
              <a:gd name="connsiteY3" fmla="*/ 2006600 h 2209800"/>
              <a:gd name="connisteX4" fmla="*/ 2590800 w 2794000"/>
              <a:gd name="connsiteY4" fmla="*/ 2209800 h 2209800"/>
              <a:gd name="connisteX5" fmla="*/ 0 w 2794000"/>
              <a:gd name="connsiteY5" fmla="*/ 2209800 h 2209800"/>
              <a:gd name="connisteX6" fmla="*/ 0 w 2794000"/>
              <a:gd name="connsiteY6" fmla="*/ 0 h 2209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2794000" h="2209800">
                <a:moveTo>
                  <a:pt x="0" y="0"/>
                </a:moveTo>
                <a:lnTo>
                  <a:pt x="2590800" y="0"/>
                </a:lnTo>
                <a:cubicBezTo>
                  <a:pt x="2703024" y="0"/>
                  <a:pt x="2794000" y="90976"/>
                  <a:pt x="2794000" y="203200"/>
                </a:cubicBezTo>
                <a:lnTo>
                  <a:pt x="2794000" y="2006600"/>
                </a:lnTo>
                <a:cubicBezTo>
                  <a:pt x="2794000" y="2118824"/>
                  <a:pt x="2703024" y="2209800"/>
                  <a:pt x="2590800" y="2209800"/>
                </a:cubicBezTo>
                <a:lnTo>
                  <a:pt x="0" y="2209800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5" name="图片占位符 14"/>
          <p:cNvSpPr>
            <a:spLocks noGrp="1"/>
          </p:cNvSpPr>
          <p:nvPr>
            <p:ph type="pic" idx="16395" hasCustomPrompt="1"/>
            <p:custDataLst>
              <p:tags r:id="rId10"/>
            </p:custDataLst>
          </p:nvPr>
        </p:nvSpPr>
        <p:spPr>
          <a:xfrm>
            <a:off x="609600" y="1524000"/>
            <a:ext cx="2540000" cy="2209800"/>
          </a:xfrm>
          <a:custGeom>
            <a:avLst/>
            <a:gdLst>
              <a:gd name="connisteX0" fmla="*/ 0 w 2540000"/>
              <a:gd name="connsiteY0" fmla="*/ 203200 h 2209800"/>
              <a:gd name="connisteX1" fmla="*/ 203200 w 2540000"/>
              <a:gd name="connsiteY1" fmla="*/ 0 h 2209800"/>
              <a:gd name="connisteX2" fmla="*/ 2540000 w 2540000"/>
              <a:gd name="connsiteY2" fmla="*/ 0 h 2209800"/>
              <a:gd name="connisteX3" fmla="*/ 2540000 w 2540000"/>
              <a:gd name="connsiteY3" fmla="*/ 2209800 h 2209800"/>
              <a:gd name="connisteX4" fmla="*/ 203200 w 2540000"/>
              <a:gd name="connsiteY4" fmla="*/ 2209800 h 2209800"/>
              <a:gd name="connisteX5" fmla="*/ 0 w 2540000"/>
              <a:gd name="connsiteY5" fmla="*/ 2006600 h 2209800"/>
              <a:gd name="connisteX6" fmla="*/ 0 w 2540000"/>
              <a:gd name="connsiteY6" fmla="*/ 203200 h 2209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2540000" h="2209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2540000" y="0"/>
                </a:lnTo>
                <a:lnTo>
                  <a:pt x="2540000" y="2209800"/>
                </a:lnTo>
                <a:lnTo>
                  <a:pt x="203200" y="2209800"/>
                </a:lnTo>
                <a:cubicBezTo>
                  <a:pt x="90976" y="2209800"/>
                  <a:pt x="0" y="2118824"/>
                  <a:pt x="0" y="2006600"/>
                </a:cubicBez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6" name="文本占位符 15"/>
          <p:cNvSpPr>
            <a:spLocks noGrp="1"/>
          </p:cNvSpPr>
          <p:nvPr>
            <p:ph type="body" idx="16386" hasCustomPrompt="1"/>
            <p:custDataLst>
              <p:tags r:id="rId11"/>
            </p:custDataLst>
          </p:nvPr>
        </p:nvSpPr>
        <p:spPr>
          <a:xfrm>
            <a:off x="3454400" y="1892300"/>
            <a:ext cx="21844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项标题</a:t>
            </a:r>
            <a:endParaRPr lang="zh-CN" altLang="en-US" smtClean="0"/>
          </a:p>
        </p:txBody>
      </p:sp>
      <p:sp>
        <p:nvSpPr>
          <p:cNvPr id="17" name="文本占位符 16"/>
          <p:cNvSpPr>
            <a:spLocks noGrp="1"/>
          </p:cNvSpPr>
          <p:nvPr>
            <p:ph type="body" idx="16387" hasCustomPrompt="1"/>
            <p:custDataLst>
              <p:tags r:id="rId12"/>
            </p:custDataLst>
          </p:nvPr>
        </p:nvSpPr>
        <p:spPr>
          <a:xfrm>
            <a:off x="3454400" y="2451100"/>
            <a:ext cx="2184400" cy="914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8" name="装饰  7"/>
          <p:cNvSpPr>
            <a:spLocks noGrp="1"/>
          </p:cNvSpPr>
          <p:nvPr>
            <p:ph type="body" idx="16396" hasCustomPrompt="1"/>
            <p:custDataLst>
              <p:tags r:id="rId13"/>
            </p:custDataLst>
          </p:nvPr>
        </p:nvSpPr>
        <p:spPr>
          <a:xfrm>
            <a:off x="8788400" y="1524000"/>
            <a:ext cx="2794000" cy="2209800"/>
          </a:xfrm>
          <a:custGeom>
            <a:avLst/>
            <a:gdLst>
              <a:gd name="connisteX0" fmla="*/ 0 w 2794000"/>
              <a:gd name="connsiteY0" fmla="*/ 0 h 2209800"/>
              <a:gd name="connisteX1" fmla="*/ 2590800 w 2794000"/>
              <a:gd name="connsiteY1" fmla="*/ 0 h 2209800"/>
              <a:gd name="connisteX2" fmla="*/ 2794000 w 2794000"/>
              <a:gd name="connsiteY2" fmla="*/ 203200 h 2209800"/>
              <a:gd name="connisteX3" fmla="*/ 2794000 w 2794000"/>
              <a:gd name="connsiteY3" fmla="*/ 2006600 h 2209800"/>
              <a:gd name="connisteX4" fmla="*/ 2590800 w 2794000"/>
              <a:gd name="connsiteY4" fmla="*/ 2209800 h 2209800"/>
              <a:gd name="connisteX5" fmla="*/ 0 w 2794000"/>
              <a:gd name="connsiteY5" fmla="*/ 2209800 h 2209800"/>
              <a:gd name="connisteX6" fmla="*/ 0 w 2794000"/>
              <a:gd name="connsiteY6" fmla="*/ 0 h 2209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2794000" h="2209800">
                <a:moveTo>
                  <a:pt x="0" y="0"/>
                </a:moveTo>
                <a:lnTo>
                  <a:pt x="2590800" y="0"/>
                </a:lnTo>
                <a:cubicBezTo>
                  <a:pt x="2703024" y="0"/>
                  <a:pt x="2794000" y="90976"/>
                  <a:pt x="2794000" y="203200"/>
                </a:cubicBezTo>
                <a:lnTo>
                  <a:pt x="2794000" y="2006600"/>
                </a:lnTo>
                <a:cubicBezTo>
                  <a:pt x="2794000" y="2118824"/>
                  <a:pt x="2703024" y="2209800"/>
                  <a:pt x="2590800" y="2209800"/>
                </a:cubicBezTo>
                <a:lnTo>
                  <a:pt x="0" y="22098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9" name="图片占位符 18"/>
          <p:cNvSpPr>
            <a:spLocks noGrp="1"/>
          </p:cNvSpPr>
          <p:nvPr>
            <p:ph type="pic" idx="16397" hasCustomPrompt="1"/>
            <p:custDataLst>
              <p:tags r:id="rId14"/>
            </p:custDataLst>
          </p:nvPr>
        </p:nvSpPr>
        <p:spPr>
          <a:xfrm>
            <a:off x="6248400" y="1524000"/>
            <a:ext cx="2540000" cy="2209800"/>
          </a:xfrm>
          <a:custGeom>
            <a:avLst/>
            <a:gdLst>
              <a:gd name="connisteX0" fmla="*/ 0 w 2540000"/>
              <a:gd name="connsiteY0" fmla="*/ 203200 h 2209800"/>
              <a:gd name="connisteX1" fmla="*/ 203200 w 2540000"/>
              <a:gd name="connsiteY1" fmla="*/ 0 h 2209800"/>
              <a:gd name="connisteX2" fmla="*/ 2540000 w 2540000"/>
              <a:gd name="connsiteY2" fmla="*/ 0 h 2209800"/>
              <a:gd name="connisteX3" fmla="*/ 2540000 w 2540000"/>
              <a:gd name="connsiteY3" fmla="*/ 2209800 h 2209800"/>
              <a:gd name="connisteX4" fmla="*/ 203200 w 2540000"/>
              <a:gd name="connsiteY4" fmla="*/ 2209800 h 2209800"/>
              <a:gd name="connisteX5" fmla="*/ 0 w 2540000"/>
              <a:gd name="connsiteY5" fmla="*/ 2006600 h 2209800"/>
              <a:gd name="connisteX6" fmla="*/ 0 w 2540000"/>
              <a:gd name="connsiteY6" fmla="*/ 203200 h 2209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2540000" h="2209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2540000" y="0"/>
                </a:lnTo>
                <a:lnTo>
                  <a:pt x="2540000" y="2209800"/>
                </a:lnTo>
                <a:lnTo>
                  <a:pt x="203200" y="2209800"/>
                </a:lnTo>
                <a:cubicBezTo>
                  <a:pt x="90976" y="2209800"/>
                  <a:pt x="0" y="2118824"/>
                  <a:pt x="0" y="2006600"/>
                </a:cubicBez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20" name="文本占位符 19"/>
          <p:cNvSpPr>
            <a:spLocks noGrp="1"/>
          </p:cNvSpPr>
          <p:nvPr>
            <p:ph type="body" idx="16388" hasCustomPrompt="1"/>
            <p:custDataLst>
              <p:tags r:id="rId15"/>
            </p:custDataLst>
          </p:nvPr>
        </p:nvSpPr>
        <p:spPr>
          <a:xfrm>
            <a:off x="9093200" y="1892300"/>
            <a:ext cx="21844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smtClean="0"/>
              <a:t>项标题</a:t>
            </a:r>
            <a:endParaRPr lang="zh-CN" altLang="en-US" smtClean="0"/>
          </a:p>
        </p:txBody>
      </p:sp>
      <p:sp>
        <p:nvSpPr>
          <p:cNvPr id="21" name="文本占位符 20"/>
          <p:cNvSpPr>
            <a:spLocks noGrp="1"/>
          </p:cNvSpPr>
          <p:nvPr>
            <p:ph type="body" idx="16389" hasCustomPrompt="1"/>
            <p:custDataLst>
              <p:tags r:id="rId16"/>
            </p:custDataLst>
          </p:nvPr>
        </p:nvSpPr>
        <p:spPr>
          <a:xfrm>
            <a:off x="9093200" y="2451100"/>
            <a:ext cx="2184400" cy="914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22" name="装饰  1"/>
          <p:cNvSpPr>
            <a:spLocks noGrp="1"/>
          </p:cNvSpPr>
          <p:nvPr>
            <p:ph type="body" idx="16398" hasCustomPrompt="1"/>
            <p:custDataLst>
              <p:tags r:id="rId17"/>
            </p:custDataLst>
          </p:nvPr>
        </p:nvSpPr>
        <p:spPr>
          <a:xfrm>
            <a:off x="3149600" y="4038600"/>
            <a:ext cx="2794000" cy="2209800"/>
          </a:xfrm>
          <a:custGeom>
            <a:avLst/>
            <a:gdLst>
              <a:gd name="connisteX0" fmla="*/ 0 w 2794000"/>
              <a:gd name="connsiteY0" fmla="*/ 0 h 2209800"/>
              <a:gd name="connisteX1" fmla="*/ 2590800 w 2794000"/>
              <a:gd name="connsiteY1" fmla="*/ 0 h 2209800"/>
              <a:gd name="connisteX2" fmla="*/ 2794000 w 2794000"/>
              <a:gd name="connsiteY2" fmla="*/ 203200 h 2209800"/>
              <a:gd name="connisteX3" fmla="*/ 2794000 w 2794000"/>
              <a:gd name="connsiteY3" fmla="*/ 2006600 h 2209800"/>
              <a:gd name="connisteX4" fmla="*/ 2590800 w 2794000"/>
              <a:gd name="connsiteY4" fmla="*/ 2209800 h 2209800"/>
              <a:gd name="connisteX5" fmla="*/ 0 w 2794000"/>
              <a:gd name="connsiteY5" fmla="*/ 2209800 h 2209800"/>
              <a:gd name="connisteX6" fmla="*/ 0 w 2794000"/>
              <a:gd name="connsiteY6" fmla="*/ 0 h 2209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2794000" h="2209800">
                <a:moveTo>
                  <a:pt x="0" y="0"/>
                </a:moveTo>
                <a:lnTo>
                  <a:pt x="2590800" y="0"/>
                </a:lnTo>
                <a:cubicBezTo>
                  <a:pt x="2703024" y="0"/>
                  <a:pt x="2794000" y="90976"/>
                  <a:pt x="2794000" y="203200"/>
                </a:cubicBezTo>
                <a:lnTo>
                  <a:pt x="2794000" y="2006600"/>
                </a:lnTo>
                <a:cubicBezTo>
                  <a:pt x="2794000" y="2118824"/>
                  <a:pt x="2703024" y="2209800"/>
                  <a:pt x="2590800" y="2209800"/>
                </a:cubicBezTo>
                <a:lnTo>
                  <a:pt x="0" y="22098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3" name="图片占位符 22"/>
          <p:cNvSpPr>
            <a:spLocks noGrp="1"/>
          </p:cNvSpPr>
          <p:nvPr>
            <p:ph type="pic" idx="16399" hasCustomPrompt="1"/>
            <p:custDataLst>
              <p:tags r:id="rId18"/>
            </p:custDataLst>
          </p:nvPr>
        </p:nvSpPr>
        <p:spPr>
          <a:xfrm>
            <a:off x="609600" y="4038600"/>
            <a:ext cx="2540000" cy="2209800"/>
          </a:xfrm>
          <a:custGeom>
            <a:avLst/>
            <a:gdLst>
              <a:gd name="connisteX0" fmla="*/ 0 w 2540000"/>
              <a:gd name="connsiteY0" fmla="*/ 203200 h 2209800"/>
              <a:gd name="connisteX1" fmla="*/ 203200 w 2540000"/>
              <a:gd name="connsiteY1" fmla="*/ 0 h 2209800"/>
              <a:gd name="connisteX2" fmla="*/ 2540000 w 2540000"/>
              <a:gd name="connsiteY2" fmla="*/ 0 h 2209800"/>
              <a:gd name="connisteX3" fmla="*/ 2540000 w 2540000"/>
              <a:gd name="connsiteY3" fmla="*/ 2209800 h 2209800"/>
              <a:gd name="connisteX4" fmla="*/ 203200 w 2540000"/>
              <a:gd name="connsiteY4" fmla="*/ 2209800 h 2209800"/>
              <a:gd name="connisteX5" fmla="*/ 0 w 2540000"/>
              <a:gd name="connsiteY5" fmla="*/ 2006600 h 2209800"/>
              <a:gd name="connisteX6" fmla="*/ 0 w 2540000"/>
              <a:gd name="connsiteY6" fmla="*/ 203200 h 2209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2540000" h="2209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2540000" y="0"/>
                </a:lnTo>
                <a:lnTo>
                  <a:pt x="2540000" y="2209800"/>
                </a:lnTo>
                <a:lnTo>
                  <a:pt x="203200" y="2209800"/>
                </a:lnTo>
                <a:cubicBezTo>
                  <a:pt x="90976" y="2209800"/>
                  <a:pt x="0" y="2118824"/>
                  <a:pt x="0" y="2006600"/>
                </a:cubicBez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24" name="文本占位符 23"/>
          <p:cNvSpPr>
            <a:spLocks noGrp="1"/>
          </p:cNvSpPr>
          <p:nvPr>
            <p:ph type="body" idx="16390" hasCustomPrompt="1"/>
            <p:custDataLst>
              <p:tags r:id="rId19"/>
            </p:custDataLst>
          </p:nvPr>
        </p:nvSpPr>
        <p:spPr>
          <a:xfrm>
            <a:off x="3454400" y="4406900"/>
            <a:ext cx="21844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smtClean="0"/>
              <a:t>项标题</a:t>
            </a:r>
            <a:endParaRPr lang="zh-CN" altLang="en-US" smtClean="0"/>
          </a:p>
        </p:txBody>
      </p:sp>
      <p:sp>
        <p:nvSpPr>
          <p:cNvPr id="25" name="文本占位符 24"/>
          <p:cNvSpPr>
            <a:spLocks noGrp="1"/>
          </p:cNvSpPr>
          <p:nvPr>
            <p:ph type="body" idx="16391" hasCustomPrompt="1"/>
            <p:custDataLst>
              <p:tags r:id="rId20"/>
            </p:custDataLst>
          </p:nvPr>
        </p:nvSpPr>
        <p:spPr>
          <a:xfrm>
            <a:off x="3454400" y="4965700"/>
            <a:ext cx="2184400" cy="914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26" name="装饰  5"/>
          <p:cNvSpPr>
            <a:spLocks noGrp="1"/>
          </p:cNvSpPr>
          <p:nvPr>
            <p:ph type="body" idx="16400" hasCustomPrompt="1"/>
            <p:custDataLst>
              <p:tags r:id="rId21"/>
            </p:custDataLst>
          </p:nvPr>
        </p:nvSpPr>
        <p:spPr>
          <a:xfrm>
            <a:off x="8788400" y="4038600"/>
            <a:ext cx="2794000" cy="2209800"/>
          </a:xfrm>
          <a:custGeom>
            <a:avLst/>
            <a:gdLst>
              <a:gd name="connisteX0" fmla="*/ 0 w 2794000"/>
              <a:gd name="connsiteY0" fmla="*/ 0 h 2209800"/>
              <a:gd name="connisteX1" fmla="*/ 2590800 w 2794000"/>
              <a:gd name="connsiteY1" fmla="*/ 0 h 2209800"/>
              <a:gd name="connisteX2" fmla="*/ 2794000 w 2794000"/>
              <a:gd name="connsiteY2" fmla="*/ 203200 h 2209800"/>
              <a:gd name="connisteX3" fmla="*/ 2794000 w 2794000"/>
              <a:gd name="connsiteY3" fmla="*/ 2006600 h 2209800"/>
              <a:gd name="connisteX4" fmla="*/ 2590800 w 2794000"/>
              <a:gd name="connsiteY4" fmla="*/ 2209800 h 2209800"/>
              <a:gd name="connisteX5" fmla="*/ 0 w 2794000"/>
              <a:gd name="connsiteY5" fmla="*/ 2209800 h 2209800"/>
              <a:gd name="connisteX6" fmla="*/ 0 w 2794000"/>
              <a:gd name="connsiteY6" fmla="*/ 0 h 2209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2794000" h="2209800">
                <a:moveTo>
                  <a:pt x="0" y="0"/>
                </a:moveTo>
                <a:lnTo>
                  <a:pt x="2590800" y="0"/>
                </a:lnTo>
                <a:cubicBezTo>
                  <a:pt x="2703024" y="0"/>
                  <a:pt x="2794000" y="90976"/>
                  <a:pt x="2794000" y="203200"/>
                </a:cubicBezTo>
                <a:lnTo>
                  <a:pt x="2794000" y="2006600"/>
                </a:lnTo>
                <a:cubicBezTo>
                  <a:pt x="2794000" y="2118824"/>
                  <a:pt x="2703024" y="2209800"/>
                  <a:pt x="2590800" y="2209800"/>
                </a:cubicBezTo>
                <a:lnTo>
                  <a:pt x="0" y="2209800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7" name="图片占位符 26"/>
          <p:cNvSpPr>
            <a:spLocks noGrp="1"/>
          </p:cNvSpPr>
          <p:nvPr>
            <p:ph type="pic" idx="16401" hasCustomPrompt="1"/>
            <p:custDataLst>
              <p:tags r:id="rId22"/>
            </p:custDataLst>
          </p:nvPr>
        </p:nvSpPr>
        <p:spPr>
          <a:xfrm>
            <a:off x="6248400" y="4038600"/>
            <a:ext cx="2540000" cy="2209800"/>
          </a:xfrm>
          <a:custGeom>
            <a:avLst/>
            <a:gdLst>
              <a:gd name="connisteX0" fmla="*/ 0 w 2540000"/>
              <a:gd name="connsiteY0" fmla="*/ 203200 h 2209800"/>
              <a:gd name="connisteX1" fmla="*/ 203200 w 2540000"/>
              <a:gd name="connsiteY1" fmla="*/ 0 h 2209800"/>
              <a:gd name="connisteX2" fmla="*/ 2540000 w 2540000"/>
              <a:gd name="connsiteY2" fmla="*/ 0 h 2209800"/>
              <a:gd name="connisteX3" fmla="*/ 2540000 w 2540000"/>
              <a:gd name="connsiteY3" fmla="*/ 2209800 h 2209800"/>
              <a:gd name="connisteX4" fmla="*/ 203200 w 2540000"/>
              <a:gd name="connsiteY4" fmla="*/ 2209800 h 2209800"/>
              <a:gd name="connisteX5" fmla="*/ 0 w 2540000"/>
              <a:gd name="connsiteY5" fmla="*/ 2006600 h 2209800"/>
              <a:gd name="connisteX6" fmla="*/ 0 w 2540000"/>
              <a:gd name="connsiteY6" fmla="*/ 203200 h 2209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2540000" h="2209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2540000" y="0"/>
                </a:lnTo>
                <a:lnTo>
                  <a:pt x="2540000" y="2209800"/>
                </a:lnTo>
                <a:lnTo>
                  <a:pt x="203200" y="2209800"/>
                </a:lnTo>
                <a:cubicBezTo>
                  <a:pt x="90976" y="2209800"/>
                  <a:pt x="0" y="2118824"/>
                  <a:pt x="0" y="2006600"/>
                </a:cubicBez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28" name="文本占位符 27"/>
          <p:cNvSpPr>
            <a:spLocks noGrp="1"/>
          </p:cNvSpPr>
          <p:nvPr>
            <p:ph type="body" idx="16392" hasCustomPrompt="1"/>
            <p:custDataLst>
              <p:tags r:id="rId23"/>
            </p:custDataLst>
          </p:nvPr>
        </p:nvSpPr>
        <p:spPr>
          <a:xfrm>
            <a:off x="9093200" y="4406900"/>
            <a:ext cx="21844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项标题</a:t>
            </a:r>
            <a:endParaRPr lang="zh-CN" altLang="en-US" smtClean="0"/>
          </a:p>
        </p:txBody>
      </p:sp>
      <p:sp>
        <p:nvSpPr>
          <p:cNvPr id="29" name="文本占位符 28"/>
          <p:cNvSpPr>
            <a:spLocks noGrp="1"/>
          </p:cNvSpPr>
          <p:nvPr>
            <p:ph type="body" idx="16393" hasCustomPrompt="1"/>
            <p:custDataLst>
              <p:tags r:id="rId24"/>
            </p:custDataLst>
          </p:nvPr>
        </p:nvSpPr>
        <p:spPr>
          <a:xfrm>
            <a:off x="9093200" y="4965700"/>
            <a:ext cx="2184400" cy="914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正文页-39_16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 descr="20796342_40480830.Z_40480830_蓝色商务风建筑线性材料PPT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635" y="-6350"/>
            <a:ext cx="12192000" cy="6858000"/>
          </a:xfrm>
          <a:prstGeom prst="rect">
            <a:avLst/>
          </a:prstGeom>
        </p:spPr>
      </p:pic>
      <p:sp>
        <p:nvSpPr>
          <p:cNvPr id="7" name="矩形 6"/>
          <p:cNvSpPr/>
          <p:nvPr userDrawn="1">
            <p:custDataLst>
              <p:tags r:id="rId4"/>
            </p:custDataLst>
          </p:nvPr>
        </p:nvSpPr>
        <p:spPr>
          <a:xfrm>
            <a:off x="0" y="0"/>
            <a:ext cx="12192635" cy="6870065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  <a:cs typeface="Arial Black" panose="020B0A04020102020204" charset="0"/>
            </a:endParaRPr>
          </a:p>
        </p:txBody>
      </p:sp>
      <p:sp>
        <p:nvSpPr>
          <p:cNvPr id="10" name="日期占位符 9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 wrap="square">
            <a:normAutofit/>
          </a:bodyPr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11" name="页脚占位符 10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12" name="灯片编号占位符 11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 wrap="square">
            <a:normAutofit/>
          </a:bodyPr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13" name="标题 12"/>
          <p:cNvSpPr>
            <a:spLocks noGrp="1"/>
          </p:cNvSpPr>
          <p:nvPr>
            <p:ph type="ctrTitle" idx="16385" hasCustomPrompt="1"/>
            <p:custDataLst>
              <p:tags r:id="rId8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14" name="装饰  3"/>
          <p:cNvSpPr>
            <a:spLocks noGrp="1"/>
          </p:cNvSpPr>
          <p:nvPr>
            <p:ph type="body" idx="16393" hasCustomPrompt="1"/>
            <p:custDataLst>
              <p:tags r:id="rId9"/>
            </p:custDataLst>
          </p:nvPr>
        </p:nvSpPr>
        <p:spPr>
          <a:xfrm>
            <a:off x="609600" y="1524000"/>
            <a:ext cx="3454400" cy="4724400"/>
          </a:xfrm>
          <a:custGeom>
            <a:avLst/>
            <a:gdLst>
              <a:gd name="connisteX0" fmla="*/ 0 w 3454400"/>
              <a:gd name="connsiteY0" fmla="*/ 203200 h 4724400"/>
              <a:gd name="connisteX1" fmla="*/ 203200 w 3454400"/>
              <a:gd name="connsiteY1" fmla="*/ 0 h 4724400"/>
              <a:gd name="connisteX2" fmla="*/ 3251200 w 3454400"/>
              <a:gd name="connsiteY2" fmla="*/ 0 h 4724400"/>
              <a:gd name="connisteX3" fmla="*/ 3454400 w 3454400"/>
              <a:gd name="connsiteY3" fmla="*/ 203200 h 4724400"/>
              <a:gd name="connisteX4" fmla="*/ 3454400 w 3454400"/>
              <a:gd name="connsiteY4" fmla="*/ 4521200 h 4724400"/>
              <a:gd name="connisteX5" fmla="*/ 3251200 w 3454400"/>
              <a:gd name="connsiteY5" fmla="*/ 4724400 h 4724400"/>
              <a:gd name="connisteX6" fmla="*/ 203200 w 3454400"/>
              <a:gd name="connsiteY6" fmla="*/ 4724400 h 4724400"/>
              <a:gd name="connisteX7" fmla="*/ 0 w 3454400"/>
              <a:gd name="connsiteY7" fmla="*/ 4521200 h 4724400"/>
              <a:gd name="connisteX8" fmla="*/ 0 w 3454400"/>
              <a:gd name="connsiteY8" fmla="*/ 203200 h 472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3454400" h="47244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4521200"/>
                </a:lnTo>
                <a:cubicBezTo>
                  <a:pt x="3454400" y="4633424"/>
                  <a:pt x="3363424" y="4724400"/>
                  <a:pt x="3251200" y="4724400"/>
                </a:cubicBezTo>
                <a:lnTo>
                  <a:pt x="203200" y="4724400"/>
                </a:lnTo>
                <a:cubicBezTo>
                  <a:pt x="90976" y="4724400"/>
                  <a:pt x="0" y="4633424"/>
                  <a:pt x="0" y="45212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5" name="图片占位符 14"/>
          <p:cNvSpPr>
            <a:spLocks noGrp="1"/>
          </p:cNvSpPr>
          <p:nvPr>
            <p:ph type="pic" idx="16392" hasCustomPrompt="1"/>
            <p:custDataLst>
              <p:tags r:id="rId10"/>
            </p:custDataLst>
          </p:nvPr>
        </p:nvSpPr>
        <p:spPr>
          <a:xfrm>
            <a:off x="1574800" y="2057400"/>
            <a:ext cx="1524000" cy="1524000"/>
          </a:xfrm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6" name="文本占位符 15"/>
          <p:cNvSpPr>
            <a:spLocks noGrp="1"/>
          </p:cNvSpPr>
          <p:nvPr>
            <p:ph type="body" idx="16386" hasCustomPrompt="1"/>
            <p:custDataLst>
              <p:tags r:id="rId11"/>
            </p:custDataLst>
          </p:nvPr>
        </p:nvSpPr>
        <p:spPr>
          <a:xfrm>
            <a:off x="1016000" y="3937000"/>
            <a:ext cx="26416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单击添加项标题</a:t>
            </a:r>
            <a:endParaRPr lang="zh-CN" altLang="en-US" smtClean="0"/>
          </a:p>
        </p:txBody>
      </p:sp>
      <p:sp>
        <p:nvSpPr>
          <p:cNvPr id="17" name="文本占位符 16"/>
          <p:cNvSpPr>
            <a:spLocks noGrp="1"/>
          </p:cNvSpPr>
          <p:nvPr>
            <p:ph type="body" idx="16387" hasCustomPrompt="1"/>
            <p:custDataLst>
              <p:tags r:id="rId12"/>
            </p:custDataLst>
          </p:nvPr>
        </p:nvSpPr>
        <p:spPr>
          <a:xfrm>
            <a:off x="1016000" y="4495800"/>
            <a:ext cx="26416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8" name="装饰  7"/>
          <p:cNvSpPr>
            <a:spLocks noGrp="1"/>
          </p:cNvSpPr>
          <p:nvPr>
            <p:ph type="body" idx="16395" hasCustomPrompt="1"/>
            <p:custDataLst>
              <p:tags r:id="rId13"/>
            </p:custDataLst>
          </p:nvPr>
        </p:nvSpPr>
        <p:spPr>
          <a:xfrm>
            <a:off x="4368800" y="1524000"/>
            <a:ext cx="3454400" cy="4724400"/>
          </a:xfrm>
          <a:custGeom>
            <a:avLst/>
            <a:gdLst>
              <a:gd name="connisteX0" fmla="*/ 0 w 3454400"/>
              <a:gd name="connsiteY0" fmla="*/ 203200 h 4724400"/>
              <a:gd name="connisteX1" fmla="*/ 203200 w 3454400"/>
              <a:gd name="connsiteY1" fmla="*/ 0 h 4724400"/>
              <a:gd name="connisteX2" fmla="*/ 3251200 w 3454400"/>
              <a:gd name="connsiteY2" fmla="*/ 0 h 4724400"/>
              <a:gd name="connisteX3" fmla="*/ 3454400 w 3454400"/>
              <a:gd name="connsiteY3" fmla="*/ 203200 h 4724400"/>
              <a:gd name="connisteX4" fmla="*/ 3454400 w 3454400"/>
              <a:gd name="connsiteY4" fmla="*/ 4521200 h 4724400"/>
              <a:gd name="connisteX5" fmla="*/ 3251200 w 3454400"/>
              <a:gd name="connsiteY5" fmla="*/ 4724400 h 4724400"/>
              <a:gd name="connisteX6" fmla="*/ 203200 w 3454400"/>
              <a:gd name="connsiteY6" fmla="*/ 4724400 h 4724400"/>
              <a:gd name="connisteX7" fmla="*/ 0 w 3454400"/>
              <a:gd name="connsiteY7" fmla="*/ 4521200 h 4724400"/>
              <a:gd name="connisteX8" fmla="*/ 0 w 3454400"/>
              <a:gd name="connsiteY8" fmla="*/ 203200 h 472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3454400" h="47244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4521200"/>
                </a:lnTo>
                <a:cubicBezTo>
                  <a:pt x="3454400" y="4633424"/>
                  <a:pt x="3363424" y="4724400"/>
                  <a:pt x="3251200" y="4724400"/>
                </a:cubicBezTo>
                <a:lnTo>
                  <a:pt x="203200" y="4724400"/>
                </a:lnTo>
                <a:cubicBezTo>
                  <a:pt x="90976" y="4724400"/>
                  <a:pt x="0" y="4633424"/>
                  <a:pt x="0" y="45212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9" name="图片占位符 18"/>
          <p:cNvSpPr>
            <a:spLocks noGrp="1"/>
          </p:cNvSpPr>
          <p:nvPr>
            <p:ph type="pic" idx="16394" hasCustomPrompt="1"/>
            <p:custDataLst>
              <p:tags r:id="rId14"/>
            </p:custDataLst>
          </p:nvPr>
        </p:nvSpPr>
        <p:spPr>
          <a:xfrm>
            <a:off x="5334000" y="2057400"/>
            <a:ext cx="1524000" cy="1524000"/>
          </a:xfrm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20" name="文本占位符 19"/>
          <p:cNvSpPr>
            <a:spLocks noGrp="1"/>
          </p:cNvSpPr>
          <p:nvPr>
            <p:ph type="body" idx="16388" hasCustomPrompt="1"/>
            <p:custDataLst>
              <p:tags r:id="rId15"/>
            </p:custDataLst>
          </p:nvPr>
        </p:nvSpPr>
        <p:spPr>
          <a:xfrm>
            <a:off x="4775200" y="3937000"/>
            <a:ext cx="26416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单击添加项标题</a:t>
            </a:r>
            <a:endParaRPr lang="zh-CN" altLang="en-US" smtClean="0"/>
          </a:p>
        </p:txBody>
      </p:sp>
      <p:sp>
        <p:nvSpPr>
          <p:cNvPr id="21" name="文本占位符 20"/>
          <p:cNvSpPr>
            <a:spLocks noGrp="1"/>
          </p:cNvSpPr>
          <p:nvPr>
            <p:ph type="body" idx="16389" hasCustomPrompt="1"/>
            <p:custDataLst>
              <p:tags r:id="rId16"/>
            </p:custDataLst>
          </p:nvPr>
        </p:nvSpPr>
        <p:spPr>
          <a:xfrm>
            <a:off x="4775200" y="4495800"/>
            <a:ext cx="26416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22" name="装饰  1"/>
          <p:cNvSpPr>
            <a:spLocks noGrp="1"/>
          </p:cNvSpPr>
          <p:nvPr>
            <p:ph type="body" idx="16397" hasCustomPrompt="1"/>
            <p:custDataLst>
              <p:tags r:id="rId17"/>
            </p:custDataLst>
          </p:nvPr>
        </p:nvSpPr>
        <p:spPr>
          <a:xfrm>
            <a:off x="8128000" y="1524000"/>
            <a:ext cx="3454400" cy="4724400"/>
          </a:xfrm>
          <a:custGeom>
            <a:avLst/>
            <a:gdLst>
              <a:gd name="connisteX0" fmla="*/ 0 w 3454400"/>
              <a:gd name="connsiteY0" fmla="*/ 203200 h 4724400"/>
              <a:gd name="connisteX1" fmla="*/ 203200 w 3454400"/>
              <a:gd name="connsiteY1" fmla="*/ 0 h 4724400"/>
              <a:gd name="connisteX2" fmla="*/ 3251200 w 3454400"/>
              <a:gd name="connsiteY2" fmla="*/ 0 h 4724400"/>
              <a:gd name="connisteX3" fmla="*/ 3454400 w 3454400"/>
              <a:gd name="connsiteY3" fmla="*/ 203200 h 4724400"/>
              <a:gd name="connisteX4" fmla="*/ 3454400 w 3454400"/>
              <a:gd name="connsiteY4" fmla="*/ 4521200 h 4724400"/>
              <a:gd name="connisteX5" fmla="*/ 3251200 w 3454400"/>
              <a:gd name="connsiteY5" fmla="*/ 4724400 h 4724400"/>
              <a:gd name="connisteX6" fmla="*/ 203200 w 3454400"/>
              <a:gd name="connsiteY6" fmla="*/ 4724400 h 4724400"/>
              <a:gd name="connisteX7" fmla="*/ 0 w 3454400"/>
              <a:gd name="connsiteY7" fmla="*/ 4521200 h 4724400"/>
              <a:gd name="connisteX8" fmla="*/ 0 w 3454400"/>
              <a:gd name="connsiteY8" fmla="*/ 203200 h 472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3454400" h="47244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4521200"/>
                </a:lnTo>
                <a:cubicBezTo>
                  <a:pt x="3454400" y="4633424"/>
                  <a:pt x="3363424" y="4724400"/>
                  <a:pt x="3251200" y="4724400"/>
                </a:cubicBezTo>
                <a:lnTo>
                  <a:pt x="203200" y="4724400"/>
                </a:lnTo>
                <a:cubicBezTo>
                  <a:pt x="90976" y="4724400"/>
                  <a:pt x="0" y="4633424"/>
                  <a:pt x="0" y="45212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3" name="图片占位符 22"/>
          <p:cNvSpPr>
            <a:spLocks noGrp="1"/>
          </p:cNvSpPr>
          <p:nvPr>
            <p:ph type="pic" idx="16396" hasCustomPrompt="1"/>
            <p:custDataLst>
              <p:tags r:id="rId18"/>
            </p:custDataLst>
          </p:nvPr>
        </p:nvSpPr>
        <p:spPr>
          <a:xfrm>
            <a:off x="9093200" y="2057400"/>
            <a:ext cx="1524000" cy="1524000"/>
          </a:xfrm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24" name="文本占位符 23"/>
          <p:cNvSpPr>
            <a:spLocks noGrp="1"/>
          </p:cNvSpPr>
          <p:nvPr>
            <p:ph type="body" idx="16390" hasCustomPrompt="1"/>
            <p:custDataLst>
              <p:tags r:id="rId19"/>
            </p:custDataLst>
          </p:nvPr>
        </p:nvSpPr>
        <p:spPr>
          <a:xfrm>
            <a:off x="8534400" y="3937000"/>
            <a:ext cx="26416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单击添加项标题</a:t>
            </a:r>
            <a:endParaRPr lang="zh-CN" altLang="en-US" smtClean="0"/>
          </a:p>
        </p:txBody>
      </p:sp>
      <p:sp>
        <p:nvSpPr>
          <p:cNvPr id="25" name="文本占位符 24"/>
          <p:cNvSpPr>
            <a:spLocks noGrp="1"/>
          </p:cNvSpPr>
          <p:nvPr>
            <p:ph type="body" idx="16391" hasCustomPrompt="1"/>
            <p:custDataLst>
              <p:tags r:id="rId20"/>
            </p:custDataLst>
          </p:nvPr>
        </p:nvSpPr>
        <p:spPr>
          <a:xfrm>
            <a:off x="8534400" y="4495800"/>
            <a:ext cx="26416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正文页-27_35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 descr="20796342_40480830.Z_40480830_蓝色商务风建筑线性材料PPT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635" y="-6350"/>
            <a:ext cx="12192000" cy="6858000"/>
          </a:xfrm>
          <a:prstGeom prst="rect">
            <a:avLst/>
          </a:prstGeom>
        </p:spPr>
      </p:pic>
      <p:sp>
        <p:nvSpPr>
          <p:cNvPr id="7" name="矩形 6"/>
          <p:cNvSpPr/>
          <p:nvPr userDrawn="1">
            <p:custDataLst>
              <p:tags r:id="rId4"/>
            </p:custDataLst>
          </p:nvPr>
        </p:nvSpPr>
        <p:spPr>
          <a:xfrm>
            <a:off x="0" y="0"/>
            <a:ext cx="12192635" cy="6870065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  <a:cs typeface="Arial Black" panose="020B0A04020102020204" charset="0"/>
            </a:endParaRPr>
          </a:p>
        </p:txBody>
      </p:sp>
      <p:sp>
        <p:nvSpPr>
          <p:cNvPr id="10" name="日期占位符 9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 wrap="square">
            <a:normAutofit/>
          </a:bodyPr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11" name="页脚占位符 10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12" name="灯片编号占位符 11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 wrap="square">
            <a:normAutofit/>
          </a:bodyPr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13" name="标题 12"/>
          <p:cNvSpPr>
            <a:spLocks noGrp="1"/>
          </p:cNvSpPr>
          <p:nvPr>
            <p:ph type="ctrTitle" idx="16385" hasCustomPrompt="1"/>
            <p:custDataLst>
              <p:tags r:id="rId8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14" name="装饰  3"/>
          <p:cNvSpPr>
            <a:spLocks noGrp="1"/>
          </p:cNvSpPr>
          <p:nvPr>
            <p:ph type="body" idx="16398" hasCustomPrompt="1"/>
            <p:custDataLst>
              <p:tags r:id="rId9"/>
            </p:custDataLst>
          </p:nvPr>
        </p:nvSpPr>
        <p:spPr>
          <a:xfrm>
            <a:off x="609600" y="2286000"/>
            <a:ext cx="762000" cy="762000"/>
          </a:xfrm>
          <a:custGeom>
            <a:avLst/>
            <a:gdLst>
              <a:gd name="connisteX0" fmla="*/ 0 w 762000"/>
              <a:gd name="connsiteY0" fmla="*/ 203200 h 762000"/>
              <a:gd name="connisteX1" fmla="*/ 203200 w 762000"/>
              <a:gd name="connsiteY1" fmla="*/ 0 h 762000"/>
              <a:gd name="connisteX2" fmla="*/ 558800 w 762000"/>
              <a:gd name="connsiteY2" fmla="*/ 0 h 762000"/>
              <a:gd name="connisteX3" fmla="*/ 762000 w 762000"/>
              <a:gd name="connsiteY3" fmla="*/ 203200 h 762000"/>
              <a:gd name="connisteX4" fmla="*/ 762000 w 762000"/>
              <a:gd name="connsiteY4" fmla="*/ 558800 h 762000"/>
              <a:gd name="connisteX5" fmla="*/ 558800 w 762000"/>
              <a:gd name="connsiteY5" fmla="*/ 762000 h 762000"/>
              <a:gd name="connisteX6" fmla="*/ 203200 w 762000"/>
              <a:gd name="connsiteY6" fmla="*/ 762000 h 762000"/>
              <a:gd name="connisteX7" fmla="*/ 0 w 762000"/>
              <a:gd name="connsiteY7" fmla="*/ 558800 h 762000"/>
              <a:gd name="connisteX8" fmla="*/ 0 w 762000"/>
              <a:gd name="connsiteY8" fmla="*/ 2032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762000" h="7620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558800" y="0"/>
                </a:lnTo>
                <a:cubicBezTo>
                  <a:pt x="671024" y="0"/>
                  <a:pt x="762000" y="90976"/>
                  <a:pt x="762000" y="203200"/>
                </a:cubicBezTo>
                <a:lnTo>
                  <a:pt x="762000" y="558800"/>
                </a:lnTo>
                <a:cubicBezTo>
                  <a:pt x="762000" y="671024"/>
                  <a:pt x="671024" y="762000"/>
                  <a:pt x="558800" y="762000"/>
                </a:cubicBezTo>
                <a:lnTo>
                  <a:pt x="203200" y="762000"/>
                </a:lnTo>
                <a:cubicBezTo>
                  <a:pt x="90976" y="762000"/>
                  <a:pt x="0" y="671024"/>
                  <a:pt x="0" y="558800"/>
                </a:cubicBezTo>
                <a:lnTo>
                  <a:pt x="0" y="2032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5" name="文本占位符 14"/>
          <p:cNvSpPr>
            <a:spLocks noGrp="1"/>
          </p:cNvSpPr>
          <p:nvPr>
            <p:ph type="body" idx="16388" hasCustomPrompt="1"/>
            <p:custDataLst>
              <p:tags r:id="rId10"/>
            </p:custDataLst>
          </p:nvPr>
        </p:nvSpPr>
        <p:spPr>
          <a:xfrm>
            <a:off x="781050" y="2489200"/>
            <a:ext cx="419100" cy="3556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2800" b="0" spc="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smtClean="0"/>
              <a:t>01</a:t>
            </a:r>
            <a:endParaRPr lang="zh-CN" altLang="en-US" smtClean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6386" hasCustomPrompt="1"/>
            <p:custDataLst>
              <p:tags r:id="rId11"/>
            </p:custDataLst>
          </p:nvPr>
        </p:nvSpPr>
        <p:spPr>
          <a:xfrm>
            <a:off x="1574800" y="2286000"/>
            <a:ext cx="42926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7" name="文本占位符 16"/>
          <p:cNvSpPr>
            <a:spLocks noGrp="1"/>
          </p:cNvSpPr>
          <p:nvPr>
            <p:ph type="body" idx="16387" hasCustomPrompt="1"/>
            <p:custDataLst>
              <p:tags r:id="rId12"/>
            </p:custDataLst>
          </p:nvPr>
        </p:nvSpPr>
        <p:spPr>
          <a:xfrm>
            <a:off x="1574800" y="2743200"/>
            <a:ext cx="4292600" cy="914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8" name="装饰  7"/>
          <p:cNvSpPr>
            <a:spLocks noGrp="1"/>
          </p:cNvSpPr>
          <p:nvPr>
            <p:ph type="body" idx="16399" hasCustomPrompt="1"/>
            <p:custDataLst>
              <p:tags r:id="rId13"/>
            </p:custDataLst>
          </p:nvPr>
        </p:nvSpPr>
        <p:spPr>
          <a:xfrm>
            <a:off x="6324600" y="2286000"/>
            <a:ext cx="762000" cy="762000"/>
          </a:xfrm>
          <a:custGeom>
            <a:avLst/>
            <a:gdLst>
              <a:gd name="connisteX0" fmla="*/ 0 w 762000"/>
              <a:gd name="connsiteY0" fmla="*/ 203200 h 762000"/>
              <a:gd name="connisteX1" fmla="*/ 203200 w 762000"/>
              <a:gd name="connsiteY1" fmla="*/ 0 h 762000"/>
              <a:gd name="connisteX2" fmla="*/ 558800 w 762000"/>
              <a:gd name="connsiteY2" fmla="*/ 0 h 762000"/>
              <a:gd name="connisteX3" fmla="*/ 762000 w 762000"/>
              <a:gd name="connsiteY3" fmla="*/ 203200 h 762000"/>
              <a:gd name="connisteX4" fmla="*/ 762000 w 762000"/>
              <a:gd name="connsiteY4" fmla="*/ 558800 h 762000"/>
              <a:gd name="connisteX5" fmla="*/ 558800 w 762000"/>
              <a:gd name="connsiteY5" fmla="*/ 762000 h 762000"/>
              <a:gd name="connisteX6" fmla="*/ 203200 w 762000"/>
              <a:gd name="connsiteY6" fmla="*/ 762000 h 762000"/>
              <a:gd name="connisteX7" fmla="*/ 0 w 762000"/>
              <a:gd name="connsiteY7" fmla="*/ 558800 h 762000"/>
              <a:gd name="connisteX8" fmla="*/ 0 w 762000"/>
              <a:gd name="connsiteY8" fmla="*/ 2032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762000" h="7620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558800" y="0"/>
                </a:lnTo>
                <a:cubicBezTo>
                  <a:pt x="671024" y="0"/>
                  <a:pt x="762000" y="90976"/>
                  <a:pt x="762000" y="203200"/>
                </a:cubicBezTo>
                <a:lnTo>
                  <a:pt x="762000" y="558800"/>
                </a:lnTo>
                <a:cubicBezTo>
                  <a:pt x="762000" y="671024"/>
                  <a:pt x="671024" y="762000"/>
                  <a:pt x="558800" y="762000"/>
                </a:cubicBezTo>
                <a:lnTo>
                  <a:pt x="203200" y="762000"/>
                </a:lnTo>
                <a:cubicBezTo>
                  <a:pt x="90976" y="762000"/>
                  <a:pt x="0" y="671024"/>
                  <a:pt x="0" y="558800"/>
                </a:cubicBezTo>
                <a:lnTo>
                  <a:pt x="0" y="2032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9" name="文本占位符 18"/>
          <p:cNvSpPr>
            <a:spLocks noGrp="1"/>
          </p:cNvSpPr>
          <p:nvPr>
            <p:ph type="body" idx="16391" hasCustomPrompt="1"/>
            <p:custDataLst>
              <p:tags r:id="rId14"/>
            </p:custDataLst>
          </p:nvPr>
        </p:nvSpPr>
        <p:spPr>
          <a:xfrm>
            <a:off x="6496050" y="2489200"/>
            <a:ext cx="419100" cy="3556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2800" b="0" spc="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smtClean="0"/>
              <a:t>02</a:t>
            </a:r>
            <a:endParaRPr lang="zh-CN" altLang="en-US" smtClean="0"/>
          </a:p>
        </p:txBody>
      </p:sp>
      <p:sp>
        <p:nvSpPr>
          <p:cNvPr id="20" name="文本占位符 19"/>
          <p:cNvSpPr>
            <a:spLocks noGrp="1"/>
          </p:cNvSpPr>
          <p:nvPr>
            <p:ph type="body" idx="16389" hasCustomPrompt="1"/>
            <p:custDataLst>
              <p:tags r:id="rId15"/>
            </p:custDataLst>
          </p:nvPr>
        </p:nvSpPr>
        <p:spPr>
          <a:xfrm>
            <a:off x="7289800" y="2286000"/>
            <a:ext cx="42926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21" name="文本占位符 20"/>
          <p:cNvSpPr>
            <a:spLocks noGrp="1"/>
          </p:cNvSpPr>
          <p:nvPr>
            <p:ph type="body" idx="16390" hasCustomPrompt="1"/>
            <p:custDataLst>
              <p:tags r:id="rId16"/>
            </p:custDataLst>
          </p:nvPr>
        </p:nvSpPr>
        <p:spPr>
          <a:xfrm>
            <a:off x="7289800" y="2743200"/>
            <a:ext cx="4292600" cy="914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22" name="装饰  1"/>
          <p:cNvSpPr>
            <a:spLocks noGrp="1"/>
          </p:cNvSpPr>
          <p:nvPr>
            <p:ph type="body" idx="16400" hasCustomPrompt="1"/>
            <p:custDataLst>
              <p:tags r:id="rId17"/>
            </p:custDataLst>
          </p:nvPr>
        </p:nvSpPr>
        <p:spPr>
          <a:xfrm>
            <a:off x="609600" y="4114800"/>
            <a:ext cx="762000" cy="762000"/>
          </a:xfrm>
          <a:custGeom>
            <a:avLst/>
            <a:gdLst>
              <a:gd name="connisteX0" fmla="*/ 0 w 762000"/>
              <a:gd name="connsiteY0" fmla="*/ 203200 h 762000"/>
              <a:gd name="connisteX1" fmla="*/ 203200 w 762000"/>
              <a:gd name="connsiteY1" fmla="*/ 0 h 762000"/>
              <a:gd name="connisteX2" fmla="*/ 558800 w 762000"/>
              <a:gd name="connsiteY2" fmla="*/ 0 h 762000"/>
              <a:gd name="connisteX3" fmla="*/ 762000 w 762000"/>
              <a:gd name="connsiteY3" fmla="*/ 203200 h 762000"/>
              <a:gd name="connisteX4" fmla="*/ 762000 w 762000"/>
              <a:gd name="connsiteY4" fmla="*/ 558800 h 762000"/>
              <a:gd name="connisteX5" fmla="*/ 558800 w 762000"/>
              <a:gd name="connsiteY5" fmla="*/ 762000 h 762000"/>
              <a:gd name="connisteX6" fmla="*/ 203200 w 762000"/>
              <a:gd name="connsiteY6" fmla="*/ 762000 h 762000"/>
              <a:gd name="connisteX7" fmla="*/ 0 w 762000"/>
              <a:gd name="connsiteY7" fmla="*/ 558800 h 762000"/>
              <a:gd name="connisteX8" fmla="*/ 0 w 762000"/>
              <a:gd name="connsiteY8" fmla="*/ 2032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762000" h="7620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558800" y="0"/>
                </a:lnTo>
                <a:cubicBezTo>
                  <a:pt x="671024" y="0"/>
                  <a:pt x="762000" y="90976"/>
                  <a:pt x="762000" y="203200"/>
                </a:cubicBezTo>
                <a:lnTo>
                  <a:pt x="762000" y="558800"/>
                </a:lnTo>
                <a:cubicBezTo>
                  <a:pt x="762000" y="671024"/>
                  <a:pt x="671024" y="762000"/>
                  <a:pt x="558800" y="762000"/>
                </a:cubicBezTo>
                <a:lnTo>
                  <a:pt x="203200" y="762000"/>
                </a:lnTo>
                <a:cubicBezTo>
                  <a:pt x="90976" y="762000"/>
                  <a:pt x="0" y="671024"/>
                  <a:pt x="0" y="558800"/>
                </a:cubicBezTo>
                <a:lnTo>
                  <a:pt x="0" y="2032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3" name="文本占位符 22"/>
          <p:cNvSpPr>
            <a:spLocks noGrp="1"/>
          </p:cNvSpPr>
          <p:nvPr>
            <p:ph type="body" idx="16394" hasCustomPrompt="1"/>
            <p:custDataLst>
              <p:tags r:id="rId18"/>
            </p:custDataLst>
          </p:nvPr>
        </p:nvSpPr>
        <p:spPr>
          <a:xfrm>
            <a:off x="781050" y="4318000"/>
            <a:ext cx="419100" cy="3556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2800" b="0" spc="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smtClean="0"/>
              <a:t>03</a:t>
            </a:r>
            <a:endParaRPr lang="zh-CN" altLang="en-US" smtClean="0"/>
          </a:p>
        </p:txBody>
      </p:sp>
      <p:sp>
        <p:nvSpPr>
          <p:cNvPr id="24" name="文本占位符 23"/>
          <p:cNvSpPr>
            <a:spLocks noGrp="1"/>
          </p:cNvSpPr>
          <p:nvPr>
            <p:ph type="body" idx="16392" hasCustomPrompt="1"/>
            <p:custDataLst>
              <p:tags r:id="rId19"/>
            </p:custDataLst>
          </p:nvPr>
        </p:nvSpPr>
        <p:spPr>
          <a:xfrm>
            <a:off x="1574800" y="4114800"/>
            <a:ext cx="42926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25" name="文本占位符 24"/>
          <p:cNvSpPr>
            <a:spLocks noGrp="1"/>
          </p:cNvSpPr>
          <p:nvPr>
            <p:ph type="body" idx="16393" hasCustomPrompt="1"/>
            <p:custDataLst>
              <p:tags r:id="rId20"/>
            </p:custDataLst>
          </p:nvPr>
        </p:nvSpPr>
        <p:spPr>
          <a:xfrm>
            <a:off x="1574800" y="4572000"/>
            <a:ext cx="4292600" cy="914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26" name="装饰  5"/>
          <p:cNvSpPr>
            <a:spLocks noGrp="1"/>
          </p:cNvSpPr>
          <p:nvPr>
            <p:ph type="body" idx="16401" hasCustomPrompt="1"/>
            <p:custDataLst>
              <p:tags r:id="rId21"/>
            </p:custDataLst>
          </p:nvPr>
        </p:nvSpPr>
        <p:spPr>
          <a:xfrm>
            <a:off x="6324600" y="4114800"/>
            <a:ext cx="762000" cy="762000"/>
          </a:xfrm>
          <a:custGeom>
            <a:avLst/>
            <a:gdLst>
              <a:gd name="connisteX0" fmla="*/ 0 w 762000"/>
              <a:gd name="connsiteY0" fmla="*/ 203200 h 762000"/>
              <a:gd name="connisteX1" fmla="*/ 203200 w 762000"/>
              <a:gd name="connsiteY1" fmla="*/ 0 h 762000"/>
              <a:gd name="connisteX2" fmla="*/ 558800 w 762000"/>
              <a:gd name="connsiteY2" fmla="*/ 0 h 762000"/>
              <a:gd name="connisteX3" fmla="*/ 762000 w 762000"/>
              <a:gd name="connsiteY3" fmla="*/ 203200 h 762000"/>
              <a:gd name="connisteX4" fmla="*/ 762000 w 762000"/>
              <a:gd name="connsiteY4" fmla="*/ 558800 h 762000"/>
              <a:gd name="connisteX5" fmla="*/ 558800 w 762000"/>
              <a:gd name="connsiteY5" fmla="*/ 762000 h 762000"/>
              <a:gd name="connisteX6" fmla="*/ 203200 w 762000"/>
              <a:gd name="connsiteY6" fmla="*/ 762000 h 762000"/>
              <a:gd name="connisteX7" fmla="*/ 0 w 762000"/>
              <a:gd name="connsiteY7" fmla="*/ 558800 h 762000"/>
              <a:gd name="connisteX8" fmla="*/ 0 w 762000"/>
              <a:gd name="connsiteY8" fmla="*/ 2032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762000" h="7620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558800" y="0"/>
                </a:lnTo>
                <a:cubicBezTo>
                  <a:pt x="671024" y="0"/>
                  <a:pt x="762000" y="90976"/>
                  <a:pt x="762000" y="203200"/>
                </a:cubicBezTo>
                <a:lnTo>
                  <a:pt x="762000" y="558800"/>
                </a:lnTo>
                <a:cubicBezTo>
                  <a:pt x="762000" y="671024"/>
                  <a:pt x="671024" y="762000"/>
                  <a:pt x="558800" y="762000"/>
                </a:cubicBezTo>
                <a:lnTo>
                  <a:pt x="203200" y="762000"/>
                </a:lnTo>
                <a:cubicBezTo>
                  <a:pt x="90976" y="762000"/>
                  <a:pt x="0" y="671024"/>
                  <a:pt x="0" y="558800"/>
                </a:cubicBezTo>
                <a:lnTo>
                  <a:pt x="0" y="2032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7" name="文本占位符 26"/>
          <p:cNvSpPr>
            <a:spLocks noGrp="1"/>
          </p:cNvSpPr>
          <p:nvPr>
            <p:ph type="body" idx="16397" hasCustomPrompt="1"/>
            <p:custDataLst>
              <p:tags r:id="rId22"/>
            </p:custDataLst>
          </p:nvPr>
        </p:nvSpPr>
        <p:spPr>
          <a:xfrm>
            <a:off x="6496050" y="4318000"/>
            <a:ext cx="419100" cy="3556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2800" b="0" spc="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smtClean="0"/>
              <a:t>04</a:t>
            </a:r>
            <a:endParaRPr lang="zh-CN" altLang="en-US" smtClean="0"/>
          </a:p>
        </p:txBody>
      </p:sp>
      <p:sp>
        <p:nvSpPr>
          <p:cNvPr id="28" name="文本占位符 27"/>
          <p:cNvSpPr>
            <a:spLocks noGrp="1"/>
          </p:cNvSpPr>
          <p:nvPr>
            <p:ph type="body" idx="16395" hasCustomPrompt="1"/>
            <p:custDataLst>
              <p:tags r:id="rId23"/>
            </p:custDataLst>
          </p:nvPr>
        </p:nvSpPr>
        <p:spPr>
          <a:xfrm>
            <a:off x="7289800" y="4114800"/>
            <a:ext cx="42926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29" name="文本占位符 28"/>
          <p:cNvSpPr>
            <a:spLocks noGrp="1"/>
          </p:cNvSpPr>
          <p:nvPr>
            <p:ph type="body" idx="16396" hasCustomPrompt="1"/>
            <p:custDataLst>
              <p:tags r:id="rId24"/>
            </p:custDataLst>
          </p:nvPr>
        </p:nvSpPr>
        <p:spPr>
          <a:xfrm>
            <a:off x="7289800" y="4572000"/>
            <a:ext cx="4292600" cy="914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正文页-51_16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 descr="20796342_40480830.Z_40480830_蓝色商务风建筑线性材料PPT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635" y="-6350"/>
            <a:ext cx="12192000" cy="6858000"/>
          </a:xfrm>
          <a:prstGeom prst="rect">
            <a:avLst/>
          </a:prstGeom>
        </p:spPr>
      </p:pic>
      <p:sp>
        <p:nvSpPr>
          <p:cNvPr id="7" name="矩形 6"/>
          <p:cNvSpPr/>
          <p:nvPr userDrawn="1">
            <p:custDataLst>
              <p:tags r:id="rId4"/>
            </p:custDataLst>
          </p:nvPr>
        </p:nvSpPr>
        <p:spPr>
          <a:xfrm>
            <a:off x="0" y="0"/>
            <a:ext cx="12192635" cy="6870065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  <a:cs typeface="Arial Black" panose="020B0A04020102020204" charset="0"/>
            </a:endParaRPr>
          </a:p>
        </p:txBody>
      </p:sp>
      <p:sp>
        <p:nvSpPr>
          <p:cNvPr id="10" name="日期占位符 9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 wrap="square">
            <a:normAutofit/>
          </a:bodyPr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11" name="页脚占位符 10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12" name="灯片编号占位符 11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 wrap="square">
            <a:normAutofit/>
          </a:bodyPr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13" name="标题 12"/>
          <p:cNvSpPr>
            <a:spLocks noGrp="1"/>
          </p:cNvSpPr>
          <p:nvPr>
            <p:ph type="ctrTitle" idx="16385" hasCustomPrompt="1"/>
            <p:custDataLst>
              <p:tags r:id="rId8"/>
            </p:custDataLst>
          </p:nvPr>
        </p:nvSpPr>
        <p:spPr>
          <a:xfrm>
            <a:off x="609600" y="34798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14" name="内容占位符 13"/>
          <p:cNvSpPr>
            <a:spLocks noGrp="1"/>
          </p:cNvSpPr>
          <p:nvPr>
            <p:ph idx="16392" hasCustomPrompt="1"/>
            <p:custDataLst>
              <p:tags r:id="rId9"/>
            </p:custDataLst>
          </p:nvPr>
        </p:nvSpPr>
        <p:spPr>
          <a:xfrm>
            <a:off x="609600" y="609600"/>
            <a:ext cx="10972800" cy="2336800"/>
          </a:xfrm>
          <a:custGeom>
            <a:avLst/>
            <a:gdLst>
              <a:gd name="connisteX0" fmla="*/ 0 w 10972800"/>
              <a:gd name="connsiteY0" fmla="*/ 203200 h 2336800"/>
              <a:gd name="connisteX1" fmla="*/ 203200 w 10972800"/>
              <a:gd name="connsiteY1" fmla="*/ 0 h 2336800"/>
              <a:gd name="connisteX2" fmla="*/ 10769600 w 10972800"/>
              <a:gd name="connsiteY2" fmla="*/ 0 h 2336800"/>
              <a:gd name="connisteX3" fmla="*/ 10972800 w 10972800"/>
              <a:gd name="connsiteY3" fmla="*/ 203200 h 2336800"/>
              <a:gd name="connisteX4" fmla="*/ 10972800 w 10972800"/>
              <a:gd name="connsiteY4" fmla="*/ 2133600 h 2336800"/>
              <a:gd name="connisteX5" fmla="*/ 10769600 w 10972800"/>
              <a:gd name="connsiteY5" fmla="*/ 2336800 h 2336800"/>
              <a:gd name="connisteX6" fmla="*/ 203200 w 10972800"/>
              <a:gd name="connsiteY6" fmla="*/ 2336800 h 2336800"/>
              <a:gd name="connisteX7" fmla="*/ 0 w 10972800"/>
              <a:gd name="connsiteY7" fmla="*/ 2133600 h 2336800"/>
              <a:gd name="connisteX8" fmla="*/ 0 w 10972800"/>
              <a:gd name="connsiteY8" fmla="*/ 203200 h 2336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0972800" h="2336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10769600" y="0"/>
                </a:lnTo>
                <a:cubicBezTo>
                  <a:pt x="10881824" y="0"/>
                  <a:pt x="10972800" y="90976"/>
                  <a:pt x="10972800" y="203200"/>
                </a:cubicBezTo>
                <a:lnTo>
                  <a:pt x="10972800" y="2133600"/>
                </a:lnTo>
                <a:cubicBezTo>
                  <a:pt x="10972800" y="2245824"/>
                  <a:pt x="10881824" y="2336800"/>
                  <a:pt x="10769600" y="2336800"/>
                </a:cubicBezTo>
                <a:lnTo>
                  <a:pt x="203200" y="2336800"/>
                </a:lnTo>
                <a:cubicBezTo>
                  <a:pt x="90976" y="2336800"/>
                  <a:pt x="0" y="2245824"/>
                  <a:pt x="0" y="2133600"/>
                </a:cubicBez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5" name="文本占位符 14"/>
          <p:cNvSpPr>
            <a:spLocks noGrp="1"/>
          </p:cNvSpPr>
          <p:nvPr>
            <p:ph type="body" idx="16386" hasCustomPrompt="1"/>
            <p:custDataLst>
              <p:tags r:id="rId10"/>
            </p:custDataLst>
          </p:nvPr>
        </p:nvSpPr>
        <p:spPr>
          <a:xfrm>
            <a:off x="609600" y="4470400"/>
            <a:ext cx="3251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6387" hasCustomPrompt="1"/>
            <p:custDataLst>
              <p:tags r:id="rId11"/>
            </p:custDataLst>
          </p:nvPr>
        </p:nvSpPr>
        <p:spPr>
          <a:xfrm>
            <a:off x="609600" y="5029200"/>
            <a:ext cx="32512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7" name="文本占位符 16"/>
          <p:cNvSpPr>
            <a:spLocks noGrp="1"/>
          </p:cNvSpPr>
          <p:nvPr>
            <p:ph type="body" idx="16388" hasCustomPrompt="1"/>
            <p:custDataLst>
              <p:tags r:id="rId12"/>
            </p:custDataLst>
          </p:nvPr>
        </p:nvSpPr>
        <p:spPr>
          <a:xfrm>
            <a:off x="4470400" y="4470400"/>
            <a:ext cx="3251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8" name="文本占位符 17"/>
          <p:cNvSpPr>
            <a:spLocks noGrp="1"/>
          </p:cNvSpPr>
          <p:nvPr>
            <p:ph type="body" idx="16389" hasCustomPrompt="1"/>
            <p:custDataLst>
              <p:tags r:id="rId13"/>
            </p:custDataLst>
          </p:nvPr>
        </p:nvSpPr>
        <p:spPr>
          <a:xfrm>
            <a:off x="4470400" y="5029200"/>
            <a:ext cx="32512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9" name="文本占位符 18"/>
          <p:cNvSpPr>
            <a:spLocks noGrp="1"/>
          </p:cNvSpPr>
          <p:nvPr>
            <p:ph type="body" idx="16390" hasCustomPrompt="1"/>
            <p:custDataLst>
              <p:tags r:id="rId14"/>
            </p:custDataLst>
          </p:nvPr>
        </p:nvSpPr>
        <p:spPr>
          <a:xfrm>
            <a:off x="8331200" y="4470400"/>
            <a:ext cx="3251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20" name="文本占位符 19"/>
          <p:cNvSpPr>
            <a:spLocks noGrp="1"/>
          </p:cNvSpPr>
          <p:nvPr>
            <p:ph type="body" idx="16391" hasCustomPrompt="1"/>
            <p:custDataLst>
              <p:tags r:id="rId15"/>
            </p:custDataLst>
          </p:nvPr>
        </p:nvSpPr>
        <p:spPr>
          <a:xfrm>
            <a:off x="8331200" y="5029200"/>
            <a:ext cx="32512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7" Type="http://schemas.openxmlformats.org/officeDocument/2006/relationships/theme" Target="../theme/theme1.xml"/><Relationship Id="rId36" Type="http://schemas.openxmlformats.org/officeDocument/2006/relationships/tags" Target="../tags/tag327.xml"/><Relationship Id="rId35" Type="http://schemas.openxmlformats.org/officeDocument/2006/relationships/tags" Target="../tags/tag326.xml"/><Relationship Id="rId34" Type="http://schemas.openxmlformats.org/officeDocument/2006/relationships/tags" Target="../tags/tag325.xml"/><Relationship Id="rId33" Type="http://schemas.openxmlformats.org/officeDocument/2006/relationships/tags" Target="../tags/tag324.xml"/><Relationship Id="rId32" Type="http://schemas.openxmlformats.org/officeDocument/2006/relationships/tags" Target="../tags/tag323.xml"/><Relationship Id="rId31" Type="http://schemas.openxmlformats.org/officeDocument/2006/relationships/tags" Target="../tags/tag322.xml"/><Relationship Id="rId30" Type="http://schemas.openxmlformats.org/officeDocument/2006/relationships/tags" Target="../tags/tag321.xml"/><Relationship Id="rId3" Type="http://schemas.openxmlformats.org/officeDocument/2006/relationships/slideLayout" Target="../slideLayouts/slideLayout3.xml"/><Relationship Id="rId29" Type="http://schemas.openxmlformats.org/officeDocument/2006/relationships/tags" Target="../tags/tag320.xml"/><Relationship Id="rId28" Type="http://schemas.openxmlformats.org/officeDocument/2006/relationships/image" Target="../media/image1.jpeg"/><Relationship Id="rId27" Type="http://schemas.openxmlformats.org/officeDocument/2006/relationships/tags" Target="../tags/tag31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0" Type="http://schemas.openxmlformats.org/officeDocument/2006/relationships/slideLayout" Target="../slideLayouts/slideLayout20.xml"/><Relationship Id="rId2" Type="http://schemas.openxmlformats.org/officeDocument/2006/relationships/slideLayout" Target="../slideLayouts/slideLayout2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20796342_40480830.Z_40480830_蓝色商务风建筑线性材料PPT"/>
          <p:cNvPicPr>
            <a:picLocks noChangeAspect="1"/>
          </p:cNvPicPr>
          <p:nvPr userDrawn="1">
            <p:custDataLst>
              <p:tags r:id="rId27"/>
            </p:custDataLst>
          </p:nvPr>
        </p:nvPicPr>
        <p:blipFill>
          <a:blip r:embed="rId28"/>
          <a:stretch>
            <a:fillRect/>
          </a:stretch>
        </p:blipFill>
        <p:spPr>
          <a:xfrm>
            <a:off x="635" y="-6350"/>
            <a:ext cx="12192000" cy="6858000"/>
          </a:xfrm>
          <a:prstGeom prst="rect">
            <a:avLst/>
          </a:prstGeom>
        </p:spPr>
      </p:pic>
      <p:sp>
        <p:nvSpPr>
          <p:cNvPr id="9" name="矩形 8"/>
          <p:cNvSpPr/>
          <p:nvPr userDrawn="1">
            <p:custDataLst>
              <p:tags r:id="rId29"/>
            </p:custDataLst>
          </p:nvPr>
        </p:nvSpPr>
        <p:spPr>
          <a:xfrm>
            <a:off x="0" y="0"/>
            <a:ext cx="12192635" cy="6870065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lt1"/>
              </a:solidFill>
              <a:cs typeface="MiSans Medium" panose="00000600000000000000" charset="-122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30"/>
            </p:custDataLst>
          </p:nvPr>
        </p:nvSpPr>
        <p:spPr>
          <a:xfrm>
            <a:off x="8753983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31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32"/>
            </p:custDataLst>
          </p:nvPr>
        </p:nvSpPr>
        <p:spPr>
          <a:xfrm>
            <a:off x="69596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33"/>
            </p:custDataLst>
          </p:nvPr>
        </p:nvSpPr>
        <p:spPr>
          <a:xfrm>
            <a:off x="695960" y="1301749"/>
            <a:ext cx="10800000" cy="48736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2" name="标题占位符 1"/>
          <p:cNvSpPr>
            <a:spLocks noGrp="1"/>
          </p:cNvSpPr>
          <p:nvPr>
            <p:ph type="title"/>
            <p:custDataLst>
              <p:tags r:id="rId34"/>
            </p:custDataLst>
          </p:nvPr>
        </p:nvSpPr>
        <p:spPr>
          <a:xfrm>
            <a:off x="695960" y="360000"/>
            <a:ext cx="10800000" cy="720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8" name="KSO_TEMPLATE" hidden="1"/>
          <p:cNvSpPr/>
          <p:nvPr userDrawn="1">
            <p:custDataLst>
              <p:tags r:id="rId35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  <p:custDataLst>
      <p:tags r:id="rId36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1" i="0" u="none" kern="1200" spc="0">
          <a:solidFill>
            <a:schemeClr val="accent1"/>
          </a:solidFill>
          <a:effectLst>
            <a:outerShdw>
              <a:srgbClr val="FFFFFF"/>
            </a:outerShdw>
          </a:effectLst>
          <a:uFill>
            <a:solidFill>
              <a:schemeClr val="accent1"/>
            </a:solidFill>
          </a:uFill>
          <a:latin typeface="+mj-ea"/>
          <a:ea typeface="+mj-ea"/>
          <a:cs typeface="+mj-cs"/>
        </a:defRPr>
      </a:lvl1pPr>
    </p:titleStyle>
    <p:bodyStyle>
      <a:lvl1pPr marL="228600" indent="0" algn="l" defTabSz="914400" rtl="0" eaLnBrk="1" latinLnBrk="0" hangingPunct="1">
        <a:lnSpc>
          <a:spcPct val="130000"/>
        </a:lnSpc>
        <a:spcBef>
          <a:spcPts val="1000"/>
        </a:spcBef>
        <a:buFont typeface="Arial" panose="020B0604020202020204" pitchFamily="34" charset="0"/>
        <a:buChar char="•"/>
        <a:defRPr sz="2400" kern="1200" spc="0">
          <a:solidFill>
            <a:schemeClr val="tx1"/>
          </a:solidFill>
          <a:latin typeface="+mn-lt"/>
          <a:ea typeface="+mn-ea"/>
          <a:cs typeface="+mn-cs"/>
        </a:defRPr>
      </a:lvl1pPr>
      <a:lvl2pPr marL="685800" indent="0" algn="l" defTabSz="914400" rtl="0" eaLnBrk="1" latinLnBrk="0" hangingPunct="1">
        <a:lnSpc>
          <a:spcPct val="130000"/>
        </a:lnSpc>
        <a:spcBef>
          <a:spcPts val="500"/>
        </a:spcBef>
        <a:buFont typeface="Arial" panose="020B0604020202020204" pitchFamily="34" charset="0"/>
        <a:buChar char="•"/>
        <a:defRPr sz="2000" kern="1200" spc="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0" algn="l" defTabSz="914400" rtl="0" eaLnBrk="1" latinLnBrk="0" hangingPunct="1">
        <a:lnSpc>
          <a:spcPct val="130000"/>
        </a:lnSpc>
        <a:spcBef>
          <a:spcPts val="500"/>
        </a:spcBef>
        <a:buFont typeface="Arial" panose="020B0604020202020204" pitchFamily="34" charset="0"/>
        <a:buChar char="•"/>
        <a:defRPr sz="1800" kern="1200" spc="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0" algn="l" defTabSz="914400" rtl="0" eaLnBrk="1" latinLnBrk="0" hangingPunct="1">
        <a:lnSpc>
          <a:spcPct val="130000"/>
        </a:lnSpc>
        <a:spcBef>
          <a:spcPts val="500"/>
        </a:spcBef>
        <a:buFont typeface="Arial" panose="020B0604020202020204" pitchFamily="34" charset="0"/>
        <a:buChar char="•"/>
        <a:defRPr sz="1800" kern="1200" spc="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0" algn="l" defTabSz="914400" rtl="0" eaLnBrk="1" latinLnBrk="0" hangingPunct="1">
        <a:lnSpc>
          <a:spcPct val="130000"/>
        </a:lnSpc>
        <a:spcBef>
          <a:spcPts val="500"/>
        </a:spcBef>
        <a:buFont typeface="Arial" panose="020B0604020202020204" pitchFamily="34" charset="0"/>
        <a:buChar char="•"/>
        <a:defRPr sz="1800" kern="1200" spc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9.xml"/><Relationship Id="rId4" Type="http://schemas.openxmlformats.org/officeDocument/2006/relationships/tags" Target="../tags/tag331.xml"/><Relationship Id="rId3" Type="http://schemas.openxmlformats.org/officeDocument/2006/relationships/tags" Target="../tags/tag330.xml"/><Relationship Id="rId2" Type="http://schemas.openxmlformats.org/officeDocument/2006/relationships/tags" Target="../tags/tag329.xml"/><Relationship Id="rId1" Type="http://schemas.openxmlformats.org/officeDocument/2006/relationships/tags" Target="../tags/tag328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340.xml"/><Relationship Id="rId8" Type="http://schemas.openxmlformats.org/officeDocument/2006/relationships/tags" Target="../tags/tag339.xml"/><Relationship Id="rId7" Type="http://schemas.openxmlformats.org/officeDocument/2006/relationships/tags" Target="../tags/tag338.xml"/><Relationship Id="rId6" Type="http://schemas.openxmlformats.org/officeDocument/2006/relationships/tags" Target="../tags/tag337.xml"/><Relationship Id="rId5" Type="http://schemas.openxmlformats.org/officeDocument/2006/relationships/tags" Target="../tags/tag336.xml"/><Relationship Id="rId4" Type="http://schemas.openxmlformats.org/officeDocument/2006/relationships/tags" Target="../tags/tag335.xml"/><Relationship Id="rId3" Type="http://schemas.openxmlformats.org/officeDocument/2006/relationships/tags" Target="../tags/tag334.xml"/><Relationship Id="rId2" Type="http://schemas.openxmlformats.org/officeDocument/2006/relationships/tags" Target="../tags/tag333.xml"/><Relationship Id="rId13" Type="http://schemas.openxmlformats.org/officeDocument/2006/relationships/slideLayout" Target="../slideLayouts/slideLayout13.xml"/><Relationship Id="rId12" Type="http://schemas.openxmlformats.org/officeDocument/2006/relationships/tags" Target="../tags/tag343.xml"/><Relationship Id="rId11" Type="http://schemas.openxmlformats.org/officeDocument/2006/relationships/tags" Target="../tags/tag342.xml"/><Relationship Id="rId10" Type="http://schemas.openxmlformats.org/officeDocument/2006/relationships/tags" Target="../tags/tag341.xml"/><Relationship Id="rId1" Type="http://schemas.openxmlformats.org/officeDocument/2006/relationships/tags" Target="../tags/tag332.xml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0.xml"/><Relationship Id="rId3" Type="http://schemas.openxmlformats.org/officeDocument/2006/relationships/tags" Target="../tags/tag346.xml"/><Relationship Id="rId2" Type="http://schemas.openxmlformats.org/officeDocument/2006/relationships/tags" Target="../tags/tag345.xml"/><Relationship Id="rId1" Type="http://schemas.openxmlformats.org/officeDocument/2006/relationships/tags" Target="../tags/tag344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tags" Target="../tags/tag354.xml"/><Relationship Id="rId8" Type="http://schemas.openxmlformats.org/officeDocument/2006/relationships/tags" Target="../tags/tag353.xml"/><Relationship Id="rId7" Type="http://schemas.openxmlformats.org/officeDocument/2006/relationships/tags" Target="../tags/tag352.xml"/><Relationship Id="rId6" Type="http://schemas.openxmlformats.org/officeDocument/2006/relationships/tags" Target="../tags/tag351.xml"/><Relationship Id="rId5" Type="http://schemas.openxmlformats.org/officeDocument/2006/relationships/tags" Target="../tags/tag350.xml"/><Relationship Id="rId4" Type="http://schemas.openxmlformats.org/officeDocument/2006/relationships/tags" Target="../tags/tag349.xml"/><Relationship Id="rId3" Type="http://schemas.openxmlformats.org/officeDocument/2006/relationships/image" Target="../media/image2.jpeg"/><Relationship Id="rId2" Type="http://schemas.openxmlformats.org/officeDocument/2006/relationships/tags" Target="../tags/tag348.xml"/><Relationship Id="rId12" Type="http://schemas.openxmlformats.org/officeDocument/2006/relationships/slideLayout" Target="../slideLayouts/slideLayout15.xml"/><Relationship Id="rId11" Type="http://schemas.openxmlformats.org/officeDocument/2006/relationships/tags" Target="../tags/tag356.xml"/><Relationship Id="rId10" Type="http://schemas.openxmlformats.org/officeDocument/2006/relationships/tags" Target="../tags/tag355.xml"/><Relationship Id="rId1" Type="http://schemas.openxmlformats.org/officeDocument/2006/relationships/tags" Target="../tags/tag347.xml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0.xml"/><Relationship Id="rId3" Type="http://schemas.openxmlformats.org/officeDocument/2006/relationships/tags" Target="../tags/tag359.xml"/><Relationship Id="rId2" Type="http://schemas.openxmlformats.org/officeDocument/2006/relationships/tags" Target="../tags/tag358.xml"/><Relationship Id="rId1" Type="http://schemas.openxmlformats.org/officeDocument/2006/relationships/tags" Target="../tags/tag35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2.xml"/><Relationship Id="rId2" Type="http://schemas.openxmlformats.org/officeDocument/2006/relationships/tags" Target="../tags/tag361.xml"/><Relationship Id="rId1" Type="http://schemas.openxmlformats.org/officeDocument/2006/relationships/tags" Target="../tags/tag360.xml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1.xml"/><Relationship Id="rId3" Type="http://schemas.openxmlformats.org/officeDocument/2006/relationships/tags" Target="../tags/tag364.xml"/><Relationship Id="rId2" Type="http://schemas.openxmlformats.org/officeDocument/2006/relationships/tags" Target="../tags/tag363.xml"/><Relationship Id="rId1" Type="http://schemas.openxmlformats.org/officeDocument/2006/relationships/tags" Target="../tags/tag36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idx="16386"/>
            <p:custDataLst>
              <p:tags r:id="rId1"/>
            </p:custDataLst>
          </p:nvPr>
        </p:nvSpPr>
        <p:spPr/>
        <p:txBody>
          <a:bodyPr/>
          <a:p>
            <a:r>
              <a:rPr lang="en-US" altLang="zh-CN"/>
              <a:t>{{{date</a:t>
            </a:r>
            <a:r>
              <a:rPr lang="en-US" altLang="zh-CN"/>
              <a:t>}}</a:t>
            </a:r>
            <a:endParaRPr lang="en-US" altLang="zh-CN"/>
          </a:p>
          <a:p>
            <a:endParaRPr lang="en-US" altLang="zh-CN"/>
          </a:p>
        </p:txBody>
      </p:sp>
      <p:sp>
        <p:nvSpPr>
          <p:cNvPr id="3" name="标题 2"/>
          <p:cNvSpPr>
            <a:spLocks noGrp="1"/>
          </p:cNvSpPr>
          <p:nvPr>
            <p:ph type="ctrTitle" idx="16385"/>
            <p:custDataLst>
              <p:tags r:id="rId2"/>
            </p:custDataLst>
          </p:nvPr>
        </p:nvSpPr>
        <p:spPr/>
        <p:txBody>
          <a:bodyPr/>
          <a:p>
            <a:r>
              <a:rPr lang="zh-CN" altLang="en-US"/>
              <a:t>销售月报</a:t>
            </a:r>
            <a:endParaRPr lang="en-US" altLang="zh-CN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6387"/>
            <p:custDataLst>
              <p:tags r:id="rId3"/>
            </p:custDataLst>
          </p:nvPr>
        </p:nvSpPr>
        <p:spPr/>
        <p:txBody>
          <a:bodyPr>
            <a:normAutofit/>
          </a:bodyPr>
          <a:p>
            <a:r>
              <a:rPr lang="zh-CN" altLang="en-US"/>
              <a:t>汇报人: Song</a:t>
            </a:r>
            <a:endParaRPr lang="zh-CN" altLang="en-US"/>
          </a:p>
        </p:txBody>
      </p:sp>
    </p:spTree>
    <p:custDataLst>
      <p:tags r:id="rId4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副标题 1"/>
          <p:cNvSpPr>
            <a:spLocks noGrp="1"/>
          </p:cNvSpPr>
          <p:nvPr>
            <p:ph type="subTitle" idx="16386"/>
            <p:custDataLst>
              <p:tags r:id="rId1"/>
            </p:custDataLst>
          </p:nvPr>
        </p:nvSpPr>
        <p:spPr>
          <a:xfrm>
            <a:off x="2238481" y="2717800"/>
            <a:ext cx="2363258" cy="457200"/>
          </a:xfrm>
        </p:spPr>
        <p:txBody>
          <a:bodyPr/>
          <a:p>
            <a:r>
              <a:rPr lang="zh-CN" altLang="en-US"/>
              <a:t>CONTENTS</a:t>
            </a:r>
            <a:endParaRPr lang="zh-CN" altLang="en-US"/>
          </a:p>
        </p:txBody>
      </p:sp>
      <p:grpSp>
        <p:nvGrpSpPr>
          <p:cNvPr id="19" name="组合 18"/>
          <p:cNvGrpSpPr/>
          <p:nvPr/>
        </p:nvGrpSpPr>
        <p:grpSpPr>
          <a:xfrm>
            <a:off x="4070350" y="1295400"/>
            <a:ext cx="7258050" cy="4267200"/>
            <a:chOff x="6410" y="2040"/>
            <a:chExt cx="11430" cy="6720"/>
          </a:xfrm>
        </p:grpSpPr>
      </p:grpSp>
      <p:sp>
        <p:nvSpPr>
          <p:cNvPr id="3" name="标题 2"/>
          <p:cNvSpPr>
            <a:spLocks noGrp="1"/>
          </p:cNvSpPr>
          <p:nvPr>
            <p:ph type="ctrTitle" idx="16385"/>
            <p:custDataLst>
              <p:tags r:id="rId2"/>
            </p:custDataLst>
          </p:nvPr>
        </p:nvSpPr>
        <p:spPr>
          <a:xfrm>
            <a:off x="2237952" y="3225800"/>
            <a:ext cx="2364317" cy="762000"/>
          </a:xfrm>
        </p:spPr>
        <p:txBody>
          <a:bodyPr>
            <a:normAutofit fontScale="90000"/>
          </a:bodyPr>
          <a:p>
            <a:r>
              <a:rPr lang="zh-CN" altLang="en-US"/>
              <a:t>目录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idx="16388"/>
            <p:custDataLst>
              <p:tags r:id="rId3"/>
            </p:custDataLst>
          </p:nvPr>
        </p:nvSpPr>
        <p:spPr>
          <a:xfrm>
            <a:off x="5821680" y="1371600"/>
            <a:ext cx="596900" cy="508000"/>
          </a:xfrm>
        </p:spPr>
        <p:txBody>
          <a:bodyPr/>
          <a:p>
            <a:r>
              <a:rPr lang="zh-CN" altLang="en-US"/>
              <a:t>01</a:t>
            </a:r>
            <a:endParaRPr lang="zh-CN" altLang="en-US"/>
          </a:p>
        </p:txBody>
      </p:sp>
      <p:sp>
        <p:nvSpPr>
          <p:cNvPr id="5" name="装饰  5"/>
          <p:cNvSpPr>
            <a:spLocks noGrp="1"/>
          </p:cNvSpPr>
          <p:nvPr>
            <p:ph type="body" idx="16397"/>
            <p:custDataLst>
              <p:tags r:id="rId4"/>
            </p:custDataLst>
          </p:nvPr>
        </p:nvSpPr>
        <p:spPr>
          <a:xfrm>
            <a:off x="6602730" y="1295400"/>
            <a:ext cx="25400" cy="762000"/>
          </a:xfrm>
        </p:spPr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idx="16387"/>
            <p:custDataLst>
              <p:tags r:id="rId5"/>
            </p:custDataLst>
          </p:nvPr>
        </p:nvSpPr>
        <p:spPr>
          <a:xfrm>
            <a:off x="6831330" y="1219200"/>
            <a:ext cx="2324100" cy="914400"/>
          </a:xfrm>
        </p:spPr>
        <p:txBody>
          <a:bodyPr/>
          <a:p>
            <a:r>
              <a:rPr lang="zh-CN" altLang="en-US"/>
              <a:t>本月销售总体情况</a:t>
            </a:r>
            <a:endParaRPr lang="zh-CN" altLang="en-US"/>
          </a:p>
        </p:txBody>
      </p:sp>
      <p:sp>
        <p:nvSpPr>
          <p:cNvPr id="10" name="文本占位符 9"/>
          <p:cNvSpPr>
            <a:spLocks noGrp="1"/>
          </p:cNvSpPr>
          <p:nvPr>
            <p:ph type="body" idx="16392"/>
            <p:custDataLst>
              <p:tags r:id="rId6"/>
            </p:custDataLst>
          </p:nvPr>
        </p:nvSpPr>
        <p:spPr>
          <a:xfrm>
            <a:off x="5821680" y="3048000"/>
            <a:ext cx="596900" cy="508000"/>
          </a:xfrm>
        </p:spPr>
        <p:txBody>
          <a:bodyPr/>
          <a:p>
            <a:r>
              <a:rPr lang="zh-CN" altLang="en-US"/>
              <a:t>0</a:t>
            </a:r>
            <a:r>
              <a:rPr lang="en-US" altLang="zh-CN"/>
              <a:t>2</a:t>
            </a:r>
            <a:endParaRPr lang="en-US" altLang="zh-CN"/>
          </a:p>
        </p:txBody>
      </p:sp>
      <p:sp>
        <p:nvSpPr>
          <p:cNvPr id="11" name="装饰  1"/>
          <p:cNvSpPr>
            <a:spLocks noGrp="1"/>
          </p:cNvSpPr>
          <p:nvPr>
            <p:ph type="body" idx="16399"/>
            <p:custDataLst>
              <p:tags r:id="rId7"/>
            </p:custDataLst>
          </p:nvPr>
        </p:nvSpPr>
        <p:spPr>
          <a:xfrm>
            <a:off x="6602730" y="2971800"/>
            <a:ext cx="25400" cy="762000"/>
          </a:xfrm>
        </p:spPr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2" name="文本占位符 11"/>
          <p:cNvSpPr>
            <a:spLocks noGrp="1"/>
          </p:cNvSpPr>
          <p:nvPr>
            <p:ph type="body" idx="16391"/>
            <p:custDataLst>
              <p:tags r:id="rId8"/>
            </p:custDataLst>
          </p:nvPr>
        </p:nvSpPr>
        <p:spPr>
          <a:xfrm>
            <a:off x="6831330" y="2895600"/>
            <a:ext cx="2324100" cy="914400"/>
          </a:xfrm>
        </p:spPr>
        <p:txBody>
          <a:bodyPr/>
          <a:p>
            <a:r>
              <a:rPr lang="zh-CN" altLang="en-US">
                <a:sym typeface="+mn-ea"/>
              </a:rPr>
              <a:t>销售团队业绩</a:t>
            </a:r>
            <a:endParaRPr lang="zh-CN" altLang="en-US"/>
          </a:p>
        </p:txBody>
      </p:sp>
      <p:sp>
        <p:nvSpPr>
          <p:cNvPr id="16" name="文本占位符 15"/>
          <p:cNvSpPr>
            <a:spLocks noGrp="1"/>
          </p:cNvSpPr>
          <p:nvPr>
            <p:ph type="body" idx="16396"/>
            <p:custDataLst>
              <p:tags r:id="rId9"/>
            </p:custDataLst>
          </p:nvPr>
        </p:nvSpPr>
        <p:spPr>
          <a:xfrm>
            <a:off x="5821680" y="4724400"/>
            <a:ext cx="596900" cy="508000"/>
          </a:xfrm>
        </p:spPr>
        <p:txBody>
          <a:bodyPr/>
          <a:p>
            <a:r>
              <a:rPr lang="zh-CN" altLang="en-US"/>
              <a:t>05</a:t>
            </a:r>
            <a:endParaRPr lang="zh-CN" altLang="en-US"/>
          </a:p>
        </p:txBody>
      </p:sp>
      <p:sp>
        <p:nvSpPr>
          <p:cNvPr id="17" name="装饰  7"/>
          <p:cNvSpPr>
            <a:spLocks noGrp="1"/>
          </p:cNvSpPr>
          <p:nvPr>
            <p:ph type="body" idx="16401"/>
            <p:custDataLst>
              <p:tags r:id="rId10"/>
            </p:custDataLst>
          </p:nvPr>
        </p:nvSpPr>
        <p:spPr>
          <a:xfrm>
            <a:off x="6602730" y="4648200"/>
            <a:ext cx="25400" cy="762000"/>
          </a:xfrm>
        </p:spPr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8" name="文本占位符 17"/>
          <p:cNvSpPr>
            <a:spLocks noGrp="1"/>
          </p:cNvSpPr>
          <p:nvPr>
            <p:ph type="body" idx="16395"/>
            <p:custDataLst>
              <p:tags r:id="rId11"/>
            </p:custDataLst>
          </p:nvPr>
        </p:nvSpPr>
        <p:spPr>
          <a:xfrm>
            <a:off x="6831330" y="4572000"/>
            <a:ext cx="2324100" cy="914400"/>
          </a:xfrm>
        </p:spPr>
        <p:txBody>
          <a:bodyPr/>
          <a:p>
            <a:r>
              <a:rPr lang="zh-CN" altLang="en-US"/>
              <a:t>下月销售计划</a:t>
            </a:r>
            <a:endParaRPr lang="zh-CN" altLang="en-US"/>
          </a:p>
        </p:txBody>
      </p:sp>
    </p:spTree>
    <p:custDataLst>
      <p:tags r:id="rId12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 idx="16385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本月销售总体情况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6386"/>
            <p:custDataLst>
              <p:tags r:id="rId2"/>
            </p:custDataLst>
          </p:nvPr>
        </p:nvSpPr>
        <p:spPr/>
        <p:txBody>
          <a:bodyPr/>
          <a:p>
            <a:r>
              <a:rPr lang="zh-CN" altLang="en-US"/>
              <a:t>01</a:t>
            </a:r>
            <a:endParaRPr lang="zh-CN" altLang="en-US"/>
          </a:p>
        </p:txBody>
      </p:sp>
    </p:spTree>
    <p:custDataLst>
      <p:tags r:id="rId3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销售金额汇总</a:t>
            </a:r>
            <a:endParaRPr lang="zh-CN" altLang="en-US"/>
          </a:p>
        </p:txBody>
      </p:sp>
      <p:grpSp>
        <p:nvGrpSpPr>
          <p:cNvPr id="14" name="组合 13"/>
          <p:cNvGrpSpPr/>
          <p:nvPr/>
        </p:nvGrpSpPr>
        <p:grpSpPr>
          <a:xfrm>
            <a:off x="1066800" y="1981200"/>
            <a:ext cx="4572000" cy="3810000"/>
            <a:chOff x="1680" y="3120"/>
            <a:chExt cx="7200" cy="6000"/>
          </a:xfrm>
        </p:grpSpPr>
      </p:grpSp>
      <p:pic>
        <p:nvPicPr>
          <p:cNvPr id="15" name="内容占位符 14" descr="5d449a62dd319f200b2e06eb7c5867ac"/>
          <p:cNvPicPr>
            <a:picLocks noChangeAspect="1"/>
          </p:cNvPicPr>
          <p:nvPr>
            <p:ph idx="16392"/>
            <p:custDataLst>
              <p:tags r:id="rId2"/>
            </p:custDataLst>
          </p:nvPr>
        </p:nvPicPr>
        <p:blipFill>
          <a:blip r:embed="rId3"/>
          <a:srcRect l="11272" r="11331"/>
          <a:stretch>
            <a:fillRect/>
          </a:stretch>
        </p:blipFill>
        <p:spPr>
          <a:xfrm>
            <a:off x="6096000" y="1524000"/>
            <a:ext cx="5486400" cy="4724400"/>
          </a:xfrm>
          <a:custGeom>
            <a:avLst/>
            <a:gdLst>
              <a:gd name="connisteX0" fmla="*/ 0 w 5486400"/>
              <a:gd name="connsiteY0" fmla="*/ 0 h 4724400"/>
              <a:gd name="connisteX1" fmla="*/ 5283200 w 5486400"/>
              <a:gd name="connsiteY1" fmla="*/ 0 h 4724400"/>
              <a:gd name="connisteX2" fmla="*/ 5486400 w 5486400"/>
              <a:gd name="connsiteY2" fmla="*/ 203200 h 4724400"/>
              <a:gd name="connisteX3" fmla="*/ 5486400 w 5486400"/>
              <a:gd name="connsiteY3" fmla="*/ 4521200 h 4724400"/>
              <a:gd name="connisteX4" fmla="*/ 5283200 w 5486400"/>
              <a:gd name="connsiteY4" fmla="*/ 4724400 h 4724400"/>
              <a:gd name="connisteX5" fmla="*/ 0 w 5486400"/>
              <a:gd name="connsiteY5" fmla="*/ 4724400 h 4724400"/>
              <a:gd name="connisteX6" fmla="*/ 0 w 5486400"/>
              <a:gd name="connsiteY6" fmla="*/ 0 h 472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5486400" h="4724400">
                <a:moveTo>
                  <a:pt x="0" y="0"/>
                </a:moveTo>
                <a:lnTo>
                  <a:pt x="5283200" y="0"/>
                </a:lnTo>
                <a:cubicBezTo>
                  <a:pt x="5395424" y="0"/>
                  <a:pt x="5486400" y="90976"/>
                  <a:pt x="5486400" y="203200"/>
                </a:cubicBezTo>
                <a:lnTo>
                  <a:pt x="5486400" y="4521200"/>
                </a:lnTo>
                <a:cubicBezTo>
                  <a:pt x="5486400" y="4633424"/>
                  <a:pt x="5395424" y="4724400"/>
                  <a:pt x="5283200" y="4724400"/>
                </a:cubicBezTo>
                <a:lnTo>
                  <a:pt x="0" y="4724400"/>
                </a:lnTo>
                <a:lnTo>
                  <a:pt x="0" y="0"/>
                </a:lnTo>
                <a:close/>
              </a:path>
            </a:pathLst>
          </a:custGeom>
        </p:spPr>
      </p:pic>
      <p:sp>
        <p:nvSpPr>
          <p:cNvPr id="4" name="装饰  4"/>
          <p:cNvSpPr>
            <a:spLocks noGrp="1"/>
          </p:cNvSpPr>
          <p:nvPr>
            <p:ph type="body" idx="16393"/>
            <p:custDataLst>
              <p:tags r:id="rId4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idx="16386"/>
            <p:custDataLst>
              <p:tags r:id="rId5"/>
            </p:custDataLst>
          </p:nvPr>
        </p:nvSpPr>
        <p:spPr/>
        <p:txBody>
          <a:bodyPr/>
          <a:p>
            <a:r>
              <a:rPr lang="zh-CN" altLang="en-US"/>
              <a:t>销售</a:t>
            </a:r>
            <a:r>
              <a:rPr lang="zh-CN" altLang="en-US"/>
              <a:t>总金额</a:t>
            </a:r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idx="16387"/>
            <p:custDataLst>
              <p:tags r:id="rId6"/>
            </p:custDataLst>
          </p:nvPr>
        </p:nvSpPr>
        <p:spPr>
          <a:xfrm>
            <a:off x="1066800" y="2540000"/>
            <a:ext cx="4572000" cy="611505"/>
          </a:xfrm>
        </p:spPr>
        <p:txBody>
          <a:bodyPr>
            <a:normAutofit/>
          </a:bodyPr>
          <a:p>
            <a:r>
              <a:rPr lang="en-US" altLang="zh-CN"/>
              <a:t>{{{</a:t>
            </a:r>
            <a:r>
              <a:rPr lang="en-US" altLang="zh-CN"/>
              <a:t>total}}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idx="16388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销售平均</a:t>
            </a:r>
            <a:r>
              <a:rPr lang="zh-CN" altLang="en-US"/>
              <a:t>客单价</a:t>
            </a:r>
            <a:endParaRPr lang="zh-CN" altLang="en-US"/>
          </a:p>
        </p:txBody>
      </p:sp>
      <p:sp>
        <p:nvSpPr>
          <p:cNvPr id="8" name="文本占位符 7"/>
          <p:cNvSpPr>
            <a:spLocks noGrp="1"/>
          </p:cNvSpPr>
          <p:nvPr>
            <p:ph type="body" idx="16389"/>
            <p:custDataLst>
              <p:tags r:id="rId8"/>
            </p:custDataLst>
          </p:nvPr>
        </p:nvSpPr>
        <p:spPr>
          <a:xfrm>
            <a:off x="1066800" y="4013200"/>
            <a:ext cx="4572000" cy="688340"/>
          </a:xfrm>
        </p:spPr>
        <p:txBody>
          <a:bodyPr>
            <a:normAutofit lnSpcReduction="10000"/>
          </a:bodyPr>
          <a:p>
            <a:r>
              <a:rPr lang="en-US" altLang="zh-CN">
                <a:sym typeface="+mn-ea"/>
              </a:rPr>
              <a:t>{{{</a:t>
            </a:r>
            <a:r>
              <a:rPr lang="en-US" altLang="zh-CN">
                <a:sym typeface="+mn-ea"/>
              </a:rPr>
              <a:t>price}}</a:t>
            </a:r>
            <a:endParaRPr lang="zh-CN" altLang="en-US"/>
          </a:p>
        </p:txBody>
      </p:sp>
      <p:sp>
        <p:nvSpPr>
          <p:cNvPr id="9" name="文本占位符 8"/>
          <p:cNvSpPr>
            <a:spLocks noGrp="1"/>
          </p:cNvSpPr>
          <p:nvPr>
            <p:ph type="body" idx="16390"/>
            <p:custDataLst>
              <p:tags r:id="rId9"/>
            </p:custDataLst>
          </p:nvPr>
        </p:nvSpPr>
        <p:spPr/>
        <p:txBody>
          <a:bodyPr/>
          <a:p>
            <a:r>
              <a:rPr lang="zh-CN" altLang="en-US"/>
              <a:t>销售目标完成</a:t>
            </a:r>
            <a:r>
              <a:rPr lang="zh-CN" altLang="en-US"/>
              <a:t>情况</a:t>
            </a:r>
            <a:endParaRPr lang="zh-CN" altLang="en-US"/>
          </a:p>
        </p:txBody>
      </p:sp>
      <p:sp>
        <p:nvSpPr>
          <p:cNvPr id="10" name="文本占位符 9"/>
          <p:cNvSpPr>
            <a:spLocks noGrp="1"/>
          </p:cNvSpPr>
          <p:nvPr>
            <p:ph type="body" idx="16391"/>
            <p:custDataLst>
              <p:tags r:id="rId10"/>
            </p:custDataLst>
          </p:nvPr>
        </p:nvSpPr>
        <p:spPr>
          <a:xfrm>
            <a:off x="1066800" y="5486400"/>
            <a:ext cx="4572000" cy="567690"/>
          </a:xfrm>
        </p:spPr>
        <p:txBody>
          <a:bodyPr>
            <a:normAutofit lnSpcReduction="10000"/>
          </a:bodyPr>
          <a:p>
            <a:r>
              <a:rPr lang="en-US" altLang="zh-CN">
                <a:sym typeface="+mn-ea"/>
              </a:rPr>
              <a:t>{{{</a:t>
            </a:r>
            <a:r>
              <a:rPr lang="en-US" altLang="zh-CN">
                <a:sym typeface="+mn-ea"/>
              </a:rPr>
              <a:t>target}}</a:t>
            </a:r>
            <a:endParaRPr lang="zh-CN" altLang="en-US"/>
          </a:p>
        </p:txBody>
      </p:sp>
    </p:spTree>
    <p:custDataLst>
      <p:tags r:id="rId1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 idx="16385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销售团队业绩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6386"/>
            <p:custDataLst>
              <p:tags r:id="rId2"/>
            </p:custDataLst>
          </p:nvPr>
        </p:nvSpPr>
        <p:spPr/>
        <p:txBody>
          <a:bodyPr/>
          <a:p>
            <a:r>
              <a:rPr lang="zh-CN" altLang="en-US"/>
              <a:t>0</a:t>
            </a:r>
            <a:r>
              <a:rPr lang="en-US" altLang="zh-CN"/>
              <a:t>2</a:t>
            </a:r>
            <a:endParaRPr lang="en-US" altLang="zh-CN"/>
          </a:p>
        </p:txBody>
      </p:sp>
    </p:spTree>
    <p:custDataLst>
      <p:tags r:id="rId3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销售</a:t>
            </a:r>
            <a:r>
              <a:rPr lang="zh-CN" altLang="en-US"/>
              <a:t>个人目标完成率</a:t>
            </a:r>
            <a:endParaRPr lang="zh-CN" altLang="en-US"/>
          </a:p>
        </p:txBody>
      </p:sp>
      <p:grpSp>
        <p:nvGrpSpPr>
          <p:cNvPr id="25" name="组合 24"/>
          <p:cNvGrpSpPr/>
          <p:nvPr/>
        </p:nvGrpSpPr>
        <p:grpSpPr>
          <a:xfrm>
            <a:off x="609600" y="1600200"/>
            <a:ext cx="10972800" cy="4572000"/>
            <a:chOff x="960" y="2520"/>
            <a:chExt cx="17280" cy="7200"/>
          </a:xfrm>
        </p:grpSpPr>
      </p:grpSp>
      <p:graphicFrame>
        <p:nvGraphicFramePr>
          <p:cNvPr id="16" name="表格 15"/>
          <p:cNvGraphicFramePr/>
          <p:nvPr/>
        </p:nvGraphicFramePr>
        <p:xfrm>
          <a:off x="688975" y="1600200"/>
          <a:ext cx="10388600" cy="3836670"/>
        </p:xfrm>
        <a:graphic>
          <a:graphicData uri="http://schemas.openxmlformats.org/drawingml/2006/table">
            <a:tbl>
              <a:tblPr/>
              <a:tblGrid>
                <a:gridCol w="2597150"/>
                <a:gridCol w="2597150"/>
                <a:gridCol w="2597150"/>
                <a:gridCol w="2597150"/>
              </a:tblGrid>
              <a:tr h="639445">
                <a:tc>
                  <a:txBody>
                    <a:bodyPr/>
                    <a:p>
                      <a:pPr marL="0" indent="0" algn="l"/>
                      <a:r>
                        <a:rPr lang="zh-CN" altLang="en-US" sz="2000" b="0" i="0">
                          <a:solidFill>
                            <a:srgbClr val="3031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销售姓名</a:t>
                      </a:r>
                      <a:endParaRPr lang="zh-CN" altLang="en-US" sz="2000" b="0" i="0">
                        <a:solidFill>
                          <a:srgbClr val="3031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6517" marR="76517" marT="51117" marB="51117" anchor="ctr" anchorCtr="0">
                    <a:lnL w="6350" cap="flat" cmpd="sng">
                      <a:solidFill>
                        <a:srgbClr val="E5E7EB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E5E7EB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E5E7EB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E5E7EB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p>
                      <a:pPr marL="0" indent="0" algn="l"/>
                      <a:r>
                        <a:rPr lang="zh-CN" altLang="en-US" sz="2000" b="0" i="0">
                          <a:solidFill>
                            <a:srgbClr val="3031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本月业绩</a:t>
                      </a:r>
                      <a:endParaRPr lang="zh-CN" altLang="en-US" sz="2000" b="0" i="0">
                        <a:solidFill>
                          <a:srgbClr val="3031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6517" marR="76517" marT="51117" marB="51117" anchor="ctr" anchorCtr="0">
                    <a:lnL w="6350" cap="flat" cmpd="sng">
                      <a:solidFill>
                        <a:srgbClr val="E5E7EB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E5E7EB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E5E7EB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E5E7EB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p>
                      <a:pPr marL="0" indent="0" algn="l"/>
                      <a:r>
                        <a:rPr lang="zh-CN" altLang="en-US" sz="2000" b="0" i="0">
                          <a:solidFill>
                            <a:srgbClr val="3031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目标</a:t>
                      </a:r>
                      <a:endParaRPr lang="zh-CN" altLang="en-US" sz="2000" b="0" i="0">
                        <a:solidFill>
                          <a:srgbClr val="3031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6517" marR="76517" marT="51117" marB="51117" anchor="ctr" anchorCtr="0">
                    <a:lnL w="6350" cap="flat" cmpd="sng">
                      <a:solidFill>
                        <a:srgbClr val="E5E7EB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E5E7EB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E5E7EB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E5E7EB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p>
                      <a:pPr marL="0" indent="0" algn="l"/>
                      <a:r>
                        <a:rPr lang="zh-CN" altLang="en-US" sz="2000" b="0" i="0">
                          <a:solidFill>
                            <a:srgbClr val="3031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达成率</a:t>
                      </a:r>
                      <a:endParaRPr lang="zh-CN" altLang="en-US" sz="2000" b="0" i="0">
                        <a:solidFill>
                          <a:srgbClr val="3031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6517" marR="76517" marT="51117" marB="51117" anchor="ctr" anchorCtr="0">
                    <a:lnL w="6350" cap="flat" cmpd="sng">
                      <a:solidFill>
                        <a:srgbClr val="E5E7EB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E5E7EB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E5E7EB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E5E7EB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  <a:tr h="639445">
                <a:tc>
                  <a:txBody>
                    <a:bodyPr/>
                    <a:p>
                      <a:pPr marL="0" indent="0" algn="l"/>
                      <a:r>
                        <a:rPr lang="zh-CN" altLang="en-US" sz="2000" b="0" i="0">
                          <a:solidFill>
                            <a:srgbClr val="3031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张明</a:t>
                      </a:r>
                      <a:endParaRPr lang="zh-CN" altLang="en-US" sz="2000" b="0" i="0">
                        <a:solidFill>
                          <a:srgbClr val="3031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6517" marR="76517" marT="51117" marB="51117" anchor="ctr" anchorCtr="0">
                    <a:lnL w="6350" cap="flat" cmpd="sng">
                      <a:solidFill>
                        <a:srgbClr val="E5E7EB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E5E7EB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E5E7EB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E5E7EB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/>
                      <a:r>
                        <a:rPr lang="en-US" altLang="zh-CN" sz="2000" b="0" i="0">
                          <a:solidFill>
                            <a:srgbClr val="3031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19,880.00</a:t>
                      </a:r>
                      <a:r>
                        <a:rPr lang="zh-CN" altLang="en-US" sz="2000" b="0" i="0">
                          <a:solidFill>
                            <a:srgbClr val="3031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元</a:t>
                      </a:r>
                      <a:endParaRPr lang="zh-CN" altLang="en-US" sz="2000" b="0" i="0">
                        <a:solidFill>
                          <a:srgbClr val="303133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6517" marR="76517" marT="51117" marB="51117" anchor="ctr" anchorCtr="0">
                    <a:lnL w="6350" cap="flat" cmpd="sng">
                      <a:solidFill>
                        <a:srgbClr val="E5E7EB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E5E7EB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E5E7EB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E5E7EB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/>
                      <a:r>
                        <a:rPr lang="en-US" altLang="zh-CN" sz="2000" b="0" i="0">
                          <a:solidFill>
                            <a:srgbClr val="3031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20,000.00</a:t>
                      </a:r>
                      <a:r>
                        <a:rPr lang="zh-CN" altLang="en-US" sz="2000" b="0" i="0">
                          <a:solidFill>
                            <a:srgbClr val="3031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元</a:t>
                      </a:r>
                      <a:endParaRPr lang="zh-CN" altLang="en-US" sz="2000" b="0" i="0">
                        <a:solidFill>
                          <a:srgbClr val="303133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6517" marR="76517" marT="51117" marB="51117" anchor="ctr" anchorCtr="0">
                    <a:lnL w="6350" cap="flat" cmpd="sng">
                      <a:solidFill>
                        <a:srgbClr val="E5E7EB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E5E7EB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E5E7EB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E5E7EB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/>
                      <a:r>
                        <a:rPr lang="en-US" altLang="zh-CN" sz="2000" b="0" i="0">
                          <a:solidFill>
                            <a:srgbClr val="3031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99.40%</a:t>
                      </a:r>
                      <a:endParaRPr lang="en-US" altLang="zh-CN" sz="2000" b="0" i="0">
                        <a:solidFill>
                          <a:srgbClr val="3031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6517" marR="76517" marT="51117" marB="51117" anchor="ctr" anchorCtr="0">
                    <a:lnL w="6350" cap="flat" cmpd="sng">
                      <a:solidFill>
                        <a:srgbClr val="E5E7EB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E5E7EB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E5E7EB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E5E7EB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639445">
                <a:tc>
                  <a:txBody>
                    <a:bodyPr/>
                    <a:p>
                      <a:pPr marL="0" indent="0" algn="l"/>
                      <a:r>
                        <a:rPr lang="zh-CN" altLang="en-US" sz="2000" b="0" i="0">
                          <a:solidFill>
                            <a:srgbClr val="3031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刘强</a:t>
                      </a:r>
                      <a:endParaRPr lang="zh-CN" altLang="en-US" sz="2000" b="0" i="0">
                        <a:solidFill>
                          <a:srgbClr val="3031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6517" marR="76517" marT="51117" marB="51117" anchor="ctr" anchorCtr="0">
                    <a:lnL w="6350" cap="flat" cmpd="sng">
                      <a:solidFill>
                        <a:srgbClr val="E5E7EB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E5E7EB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E5E7EB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E5E7EB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/>
                      <a:r>
                        <a:rPr lang="en-US" altLang="zh-CN" sz="2000" b="0" i="0">
                          <a:solidFill>
                            <a:srgbClr val="3031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17,860.00</a:t>
                      </a:r>
                      <a:r>
                        <a:rPr lang="zh-CN" altLang="en-US" sz="2000" b="0" i="0">
                          <a:solidFill>
                            <a:srgbClr val="3031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元</a:t>
                      </a:r>
                      <a:endParaRPr lang="zh-CN" altLang="en-US" sz="2000" b="0" i="0">
                        <a:solidFill>
                          <a:srgbClr val="303133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6517" marR="76517" marT="51117" marB="51117" anchor="ctr" anchorCtr="0">
                    <a:lnL w="6350" cap="flat" cmpd="sng">
                      <a:solidFill>
                        <a:srgbClr val="E5E7EB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E5E7EB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E5E7EB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E5E7EB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/>
                      <a:r>
                        <a:rPr lang="en-US" altLang="zh-CN" sz="2000" b="0" i="0">
                          <a:solidFill>
                            <a:srgbClr val="3031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15,000.00</a:t>
                      </a:r>
                      <a:r>
                        <a:rPr lang="zh-CN" altLang="en-US" sz="2000" b="0" i="0">
                          <a:solidFill>
                            <a:srgbClr val="3031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元</a:t>
                      </a:r>
                      <a:endParaRPr lang="zh-CN" altLang="en-US" sz="2000" b="0" i="0">
                        <a:solidFill>
                          <a:srgbClr val="303133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6517" marR="76517" marT="51117" marB="51117" anchor="ctr" anchorCtr="0">
                    <a:lnL w="6350" cap="flat" cmpd="sng">
                      <a:solidFill>
                        <a:srgbClr val="E5E7EB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E5E7EB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E5E7EB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E5E7EB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/>
                      <a:r>
                        <a:rPr lang="en-US" altLang="zh-CN" sz="2000" b="0" i="0">
                          <a:solidFill>
                            <a:srgbClr val="3031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119.07%</a:t>
                      </a:r>
                      <a:endParaRPr lang="en-US" altLang="zh-CN" sz="2000" b="0" i="0">
                        <a:solidFill>
                          <a:srgbClr val="3031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6517" marR="76517" marT="51117" marB="51117" anchor="ctr" anchorCtr="0">
                    <a:lnL w="6350" cap="flat" cmpd="sng">
                      <a:solidFill>
                        <a:srgbClr val="E5E7EB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E5E7EB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E5E7EB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E5E7EB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639445">
                <a:tc>
                  <a:txBody>
                    <a:bodyPr/>
                    <a:p>
                      <a:pPr marL="0" indent="0" algn="l"/>
                      <a:r>
                        <a:rPr lang="zh-CN" altLang="en-US" sz="2000" b="0" i="0">
                          <a:solidFill>
                            <a:srgbClr val="3031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李华</a:t>
                      </a:r>
                      <a:endParaRPr lang="zh-CN" altLang="en-US" sz="2000" b="0" i="0">
                        <a:solidFill>
                          <a:srgbClr val="3031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6517" marR="76517" marT="51117" marB="51117" anchor="ctr" anchorCtr="0">
                    <a:lnL w="6350" cap="flat" cmpd="sng">
                      <a:solidFill>
                        <a:srgbClr val="E5E7EB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E5E7EB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E5E7EB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E5E7EB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/>
                      <a:r>
                        <a:rPr lang="en-US" altLang="zh-CN" sz="2000" b="0" i="0">
                          <a:solidFill>
                            <a:srgbClr val="3031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12,860.00</a:t>
                      </a:r>
                      <a:r>
                        <a:rPr lang="zh-CN" altLang="en-US" sz="2000" b="0" i="0">
                          <a:solidFill>
                            <a:srgbClr val="3031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元</a:t>
                      </a:r>
                      <a:endParaRPr lang="zh-CN" altLang="en-US" sz="2000" b="0" i="0">
                        <a:solidFill>
                          <a:srgbClr val="303133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6517" marR="76517" marT="51117" marB="51117" anchor="ctr" anchorCtr="0">
                    <a:lnL w="6350" cap="flat" cmpd="sng">
                      <a:solidFill>
                        <a:srgbClr val="E5E7EB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E5E7EB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E5E7EB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E5E7EB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/>
                      <a:r>
                        <a:rPr lang="en-US" altLang="zh-CN" sz="2000" b="0" i="0">
                          <a:solidFill>
                            <a:srgbClr val="3031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15,000.00</a:t>
                      </a:r>
                      <a:r>
                        <a:rPr lang="zh-CN" altLang="en-US" sz="2000" b="0" i="0">
                          <a:solidFill>
                            <a:srgbClr val="3031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元</a:t>
                      </a:r>
                      <a:endParaRPr lang="zh-CN" altLang="en-US" sz="2000" b="0" i="0">
                        <a:solidFill>
                          <a:srgbClr val="303133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6517" marR="76517" marT="51117" marB="51117" anchor="ctr" anchorCtr="0">
                    <a:lnL w="6350" cap="flat" cmpd="sng">
                      <a:solidFill>
                        <a:srgbClr val="E5E7EB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E5E7EB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E5E7EB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E5E7EB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/>
                      <a:r>
                        <a:rPr lang="en-US" altLang="zh-CN" sz="2000" b="0" i="0">
                          <a:solidFill>
                            <a:srgbClr val="3031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85.73%</a:t>
                      </a:r>
                      <a:endParaRPr lang="en-US" altLang="zh-CN" sz="2000" b="0" i="0">
                        <a:solidFill>
                          <a:srgbClr val="3031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6517" marR="76517" marT="51117" marB="51117" anchor="ctr" anchorCtr="0">
                    <a:lnL w="6350" cap="flat" cmpd="sng">
                      <a:solidFill>
                        <a:srgbClr val="E5E7EB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E5E7EB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E5E7EB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E5E7EB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639445">
                <a:tc>
                  <a:txBody>
                    <a:bodyPr/>
                    <a:p>
                      <a:pPr marL="0" indent="0" algn="l"/>
                      <a:r>
                        <a:rPr lang="zh-CN" altLang="en-US" sz="2000" b="0" i="0">
                          <a:solidFill>
                            <a:srgbClr val="3031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王芳</a:t>
                      </a:r>
                      <a:endParaRPr lang="zh-CN" altLang="en-US" sz="2000" b="0" i="0">
                        <a:solidFill>
                          <a:srgbClr val="3031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6517" marR="76517" marT="51117" marB="51117" anchor="ctr" anchorCtr="0">
                    <a:lnL w="6350" cap="flat" cmpd="sng">
                      <a:solidFill>
                        <a:srgbClr val="E5E7EB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E5E7EB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E5E7EB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E5E7EB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/>
                      <a:r>
                        <a:rPr lang="en-US" altLang="zh-CN" sz="2000" b="0" i="0">
                          <a:solidFill>
                            <a:srgbClr val="3031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11,900.00</a:t>
                      </a:r>
                      <a:r>
                        <a:rPr lang="zh-CN" altLang="en-US" sz="2000" b="0" i="0">
                          <a:solidFill>
                            <a:srgbClr val="3031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元</a:t>
                      </a:r>
                      <a:endParaRPr lang="zh-CN" altLang="en-US" sz="2000" b="0" i="0">
                        <a:solidFill>
                          <a:srgbClr val="303133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6517" marR="76517" marT="51117" marB="51117" anchor="ctr" anchorCtr="0">
                    <a:lnL w="6350" cap="flat" cmpd="sng">
                      <a:solidFill>
                        <a:srgbClr val="E5E7EB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E5E7EB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E5E7EB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E5E7EB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/>
                      <a:r>
                        <a:rPr lang="en-US" altLang="zh-CN" sz="2000" b="0" i="0">
                          <a:solidFill>
                            <a:srgbClr val="3031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12,000.00</a:t>
                      </a:r>
                      <a:r>
                        <a:rPr lang="zh-CN" altLang="en-US" sz="2000" b="0" i="0">
                          <a:solidFill>
                            <a:srgbClr val="3031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元</a:t>
                      </a:r>
                      <a:endParaRPr lang="zh-CN" altLang="en-US" sz="2000" b="0" i="0">
                        <a:solidFill>
                          <a:srgbClr val="303133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6517" marR="76517" marT="51117" marB="51117" anchor="ctr" anchorCtr="0">
                    <a:lnL w="6350" cap="flat" cmpd="sng">
                      <a:solidFill>
                        <a:srgbClr val="E5E7EB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E5E7EB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E5E7EB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E5E7EB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/>
                      <a:r>
                        <a:rPr lang="en-US" altLang="zh-CN" sz="2000" b="0" i="0">
                          <a:solidFill>
                            <a:srgbClr val="3031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99.17%</a:t>
                      </a:r>
                      <a:endParaRPr lang="en-US" altLang="zh-CN" sz="2000" b="0" i="0">
                        <a:solidFill>
                          <a:srgbClr val="3031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6517" marR="76517" marT="51117" marB="51117" anchor="ctr" anchorCtr="0">
                    <a:lnL w="6350" cap="flat" cmpd="sng">
                      <a:solidFill>
                        <a:srgbClr val="E5E7EB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E5E7EB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E5E7EB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E5E7EB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639445">
                <a:tc>
                  <a:txBody>
                    <a:bodyPr/>
                    <a:p>
                      <a:pPr marL="0" indent="0" algn="l"/>
                      <a:r>
                        <a:rPr lang="zh-CN" altLang="en-US" sz="2000" b="0" i="0">
                          <a:solidFill>
                            <a:srgbClr val="3031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陈静</a:t>
                      </a:r>
                      <a:endParaRPr lang="zh-CN" altLang="en-US" sz="2000" b="0" i="0">
                        <a:solidFill>
                          <a:srgbClr val="3031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6517" marR="76517" marT="51117" marB="51117" anchor="ctr" anchorCtr="0">
                    <a:lnL w="6350" cap="flat" cmpd="sng">
                      <a:solidFill>
                        <a:srgbClr val="E5E7EB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E5E7EB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E5E7EB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E5E7EB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/>
                      <a:r>
                        <a:rPr lang="en-US" altLang="zh-CN" sz="2000" b="0" i="0">
                          <a:solidFill>
                            <a:srgbClr val="3031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0.00</a:t>
                      </a:r>
                      <a:r>
                        <a:rPr lang="zh-CN" altLang="en-US" sz="2000" b="0" i="0">
                          <a:solidFill>
                            <a:srgbClr val="3031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元</a:t>
                      </a:r>
                      <a:endParaRPr lang="zh-CN" altLang="en-US" sz="2000" b="0" i="0">
                        <a:solidFill>
                          <a:srgbClr val="303133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6517" marR="76517" marT="51117" marB="51117" anchor="ctr" anchorCtr="0">
                    <a:lnL w="6350" cap="flat" cmpd="sng">
                      <a:solidFill>
                        <a:srgbClr val="E5E7EB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E5E7EB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E5E7EB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E5E7EB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/>
                      <a:r>
                        <a:rPr lang="en-US" altLang="zh-CN" sz="2000" b="0" i="0">
                          <a:solidFill>
                            <a:srgbClr val="3031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12,000.00</a:t>
                      </a:r>
                      <a:r>
                        <a:rPr lang="zh-CN" altLang="en-US" sz="2000" b="0" i="0">
                          <a:solidFill>
                            <a:srgbClr val="3031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元</a:t>
                      </a:r>
                      <a:endParaRPr lang="zh-CN" altLang="en-US" sz="2000" b="0" i="0">
                        <a:solidFill>
                          <a:srgbClr val="303133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6517" marR="76517" marT="51117" marB="51117" anchor="ctr" anchorCtr="0">
                    <a:lnL w="6350" cap="flat" cmpd="sng">
                      <a:solidFill>
                        <a:srgbClr val="E5E7EB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E5E7EB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E5E7EB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E5E7EB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/>
                      <a:r>
                        <a:rPr lang="en-US" altLang="zh-CN" sz="2000" b="0" i="0">
                          <a:solidFill>
                            <a:srgbClr val="3031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0.00%</a:t>
                      </a:r>
                      <a:endParaRPr lang="en-US" altLang="zh-CN" sz="2000" b="0" i="0">
                        <a:solidFill>
                          <a:srgbClr val="3031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6517" marR="76517" marT="51117" marB="51117" anchor="ctr" anchorCtr="0">
                    <a:lnL w="6350" cap="flat" cmpd="sng">
                      <a:solidFill>
                        <a:srgbClr val="E5E7EB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E5E7EB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E5E7EB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E5E7EB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</p:spTree>
    <p:custDataLst>
      <p:tags r:id="rId2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idx="16386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THE END</a:t>
            </a:r>
            <a:endParaRPr lang="zh-CN" altLang="en-US"/>
          </a:p>
        </p:txBody>
      </p:sp>
      <p:sp>
        <p:nvSpPr>
          <p:cNvPr id="3" name="标题 2"/>
          <p:cNvSpPr>
            <a:spLocks noGrp="1"/>
          </p:cNvSpPr>
          <p:nvPr>
            <p:ph type="ctrTitle" idx="16385"/>
            <p:custDataLst>
              <p:tags r:id="rId2"/>
            </p:custDataLst>
          </p:nvPr>
        </p:nvSpPr>
        <p:spPr/>
        <p:txBody>
          <a:bodyPr>
            <a:normAutofit fontScale="90000"/>
          </a:bodyPr>
          <a:p>
            <a:r>
              <a:rPr lang="zh-CN" altLang="en-US"/>
              <a:t>谢谢</a:t>
            </a:r>
            <a:endParaRPr lang="zh-CN" altLang="en-US"/>
          </a:p>
        </p:txBody>
      </p:sp>
    </p:spTree>
    <p:custDataLst>
      <p:tags r:id="rId3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tags/tag1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80830"/>
  <p:tag name="KSO_WM_TEMPLATE_CATEGORY" val="custom"/>
</p:tagLst>
</file>

<file path=ppt/tags/tag2.xml><?xml version="1.0" encoding="utf-8"?>
<p:tagLst xmlns:p="http://schemas.openxmlformats.org/presentationml/2006/main">
  <p:tag name="KSO_WM_UNIT_TYPE" val="i"/>
  <p:tag name="KSO_WM_UNIT_INDEX" val="1"/>
  <p:tag name="KSO_WM_BEAUTIFY_FLAG" val="#wm#"/>
  <p:tag name="KSO_WM_TAG_VERSION" val="3.0"/>
  <p:tag name="KSO_WM_UNIT_ID" val="_1*i*1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830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TYPE" val="a"/>
  <p:tag name="KSO_WM_UNIT_INDEX" val="1"/>
  <p:tag name="KSO_WM_TEMPLATE_INDEX" val="40480830"/>
  <p:tag name="KSO_WM_TEMPLATE_CATEGORY" val="custom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f*1"/>
  <p:tag name="KSO_WM_UNIT_LAYERLEVEL" val="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TYPE" val="f"/>
  <p:tag name="KSO_WM_UNIT_INDEX" val="1"/>
  <p:tag name="KSO_WM_UNIT_ISNUMDGMTITLE" val="0"/>
  <p:tag name="KSO_WM_TEMPLATE_INDEX" val="40480830"/>
  <p:tag name="KSO_WM_TEMPLATE_CATEGORY" val="custom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80830"/>
  <p:tag name="KSO_WM_TEMPLATE_CATEGORY" val="custom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80830"/>
  <p:tag name="KSO_WM_TEMPLATE_CATEGORY" val="custom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80830"/>
  <p:tag name="KSO_WM_TEMPLATE_CATEGORY" val="custom"/>
</p:tagLst>
</file>

<file path=ppt/tags/tag8.xml><?xml version="1.0" encoding="utf-8"?>
<p:tagLst xmlns:p="http://schemas.openxmlformats.org/presentationml/2006/main">
  <p:tag name="KSO_WM_UNIT_ID" val="_2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80830"/>
  <p:tag name="KSO_WM_TEMPLATE_CATEGORY" val="custom"/>
</p:tagLst>
</file>

<file path=ppt/tags/tag9.xml><?xml version="1.0" encoding="utf-8"?>
<p:tagLst xmlns:p="http://schemas.openxmlformats.org/presentationml/2006/main">
  <p:tag name="KSO_WM_UNIT_TYPE" val="i"/>
  <p:tag name="KSO_WM_UNIT_INDEX" val="1"/>
  <p:tag name="KSO_WM_BEAUTIFY_FLAG" val="#wm#"/>
  <p:tag name="KSO_WM_TAG_VERSION" val="3.0"/>
  <p:tag name="KSO_WM_UNIT_ISCONTENTSTITLE" val="1"/>
  <p:tag name="LAYOUTZORDER" val="2"/>
  <p:tag name="KSO_WM_UNIT_ID" val="_2*i*1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830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a*1"/>
  <p:tag name="KSO_WM_UNIT_LAYERLEVEL" val="1"/>
  <p:tag name="KSO_WM_TAG_VERSION" val="3.0"/>
  <p:tag name="KSO_WM_BEAUTIFY_FLAG" val="#wm#"/>
  <p:tag name="KSO_WM_UNIT_ISCONTENTSTITLE" val="1"/>
  <p:tag name="KSO_WM_UNIT_ISNUMDGMTITLE" val="0"/>
  <p:tag name="KSO_WM_UNIT_PRESET_TEXT" val="标题"/>
  <p:tag name="KSO_WM_UNIT_NOCLEAR" val="0"/>
  <p:tag name="KSO_WM_UNIT_VALUE" val="3"/>
  <p:tag name="KSO_WM_UNIT_TYPE" val="a"/>
  <p:tag name="KSO_WM_UNIT_INDEX" val="1"/>
  <p:tag name="KSO_WM_TEMPLATE_CATEGORY" val="custom"/>
  <p:tag name="KSO_WM_TEMPLATE_USER_THEME" val="1"/>
  <p:tag name="KSO_WM_TEMPLATE_INDEX" val="40480830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  <p:tag name="KSO_WM_TEMPLATE_CATEGORY" val="custom"/>
  <p:tag name="KSO_WM_TEMPLATE_USER_THEME" val="1"/>
  <p:tag name="KSO_WM_UNIT_ISNUMDGMTITLE" val="0"/>
  <p:tag name="KSO_WM_UNIT_NOCLEAR" val="0"/>
  <p:tag name="KSO_WM_TEMPLATE_INDEX" val="40480830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  <p:tag name="KSO_WM_TEMPLATE_CATEGORY" val="custom"/>
  <p:tag name="KSO_WM_TEMPLATE_USER_THEME" val="1"/>
  <p:tag name="KSO_WM_UNIT_ISNUMDGMTITLE" val="0"/>
  <p:tag name="KSO_WM_UNIT_NOCLEAR" val="0"/>
  <p:tag name="KSO_WM_TEMPLATE_INDEX" val="40480830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  <p:tag name="KSO_WM_TEMPLATE_CATEGORY" val="custom"/>
  <p:tag name="KSO_WM_TEMPLATE_USER_THEME" val="1"/>
  <p:tag name="KSO_WM_UNIT_ISNUMDGMTITLE" val="0"/>
  <p:tag name="KSO_WM_UNIT_NOCLEAR" val="0"/>
  <p:tag name="KSO_WM_TEMPLATE_INDEX" val="40480830"/>
</p:tagLst>
</file>

<file path=ppt/tags/tag14.xml><?xml version="1.0" encoding="utf-8"?>
<p:tagLst xmlns:p="http://schemas.openxmlformats.org/presentationml/2006/main">
  <p:tag name="KSO_WM_UNIT_ID" val="_2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80830"/>
  <p:tag name="KSO_WM_TEMPLATE_CATEGORY" val="custom"/>
</p:tagLst>
</file>

<file path=ppt/tags/tag15.xml><?xml version="1.0" encoding="utf-8"?>
<p:tagLst xmlns:p="http://schemas.openxmlformats.org/presentationml/2006/main">
  <p:tag name="KSO_WM_UNIT_ID" val="_2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80830"/>
  <p:tag name="KSO_WM_TEMPLATE_CATEGORY" val="custom"/>
</p:tagLst>
</file>

<file path=ppt/tags/tag16.xml><?xml version="1.0" encoding="utf-8"?>
<p:tagLst xmlns:p="http://schemas.openxmlformats.org/presentationml/2006/main">
  <p:tag name="KSO_WM_UNIT_TYPE" val="f"/>
  <p:tag name="KSO_WM_UNIT_INDEX" val="1"/>
  <p:tag name="KSO_WM_UNIT_ID" val="_3*f*1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830"/>
</p:tagLst>
</file>

<file path=ppt/tags/tag17.xml><?xml version="1.0" encoding="utf-8"?>
<p:tagLst xmlns:p="http://schemas.openxmlformats.org/presentationml/2006/main">
  <p:tag name="KSO_WM_UNIT_TYPE" val="f"/>
  <p:tag name="KSO_WM_UNIT_INDEX" val="2"/>
  <p:tag name="KSO_WM_UNIT_ID" val="_3*f*2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830"/>
</p:tagLst>
</file>

<file path=ppt/tags/tag18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830"/>
</p:tagLst>
</file>

<file path=ppt/tags/tag19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830"/>
</p:tagLst>
</file>

<file path=ppt/tags/tag20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830"/>
</p:tagLst>
</file>

<file path=ppt/tags/tag21.xml><?xml version="1.0" encoding="utf-8"?>
<p:tagLst xmlns:p="http://schemas.openxmlformats.org/presentationml/2006/main">
  <p:tag name="KSO_WM_UNIT_TYPE" val="a"/>
  <p:tag name="KSO_WM_UNIT_INDEX" val="1"/>
  <p:tag name="KSO_WM_UNIT_ID" val="_3*a*1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830"/>
</p:tagLst>
</file>

<file path=ppt/tags/tag22.xml><?xml version="1.0" encoding="utf-8"?>
<p:tagLst xmlns:p="http://schemas.openxmlformats.org/presentationml/2006/main">
  <p:tag name="KSO_WM_UNIT_TYPE" val="f"/>
  <p:tag name="KSO_WM_UNIT_INDEX" val="1"/>
  <p:tag name="KSO_WM_UNIT_ID" val="_4*f*1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830"/>
</p:tagLst>
</file>

<file path=ppt/tags/tag23.xml><?xml version="1.0" encoding="utf-8"?>
<p:tagLst xmlns:p="http://schemas.openxmlformats.org/presentationml/2006/main">
  <p:tag name="KSO_WM_UNIT_TYPE" val="f"/>
  <p:tag name="KSO_WM_UNIT_INDEX" val="2"/>
  <p:tag name="KSO_WM_UNIT_ID" val="_4*f*2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830"/>
</p:tagLst>
</file>

<file path=ppt/tags/tag24.xml><?xml version="1.0" encoding="utf-8"?>
<p:tagLst xmlns:p="http://schemas.openxmlformats.org/presentationml/2006/main">
  <p:tag name="KSO_WM_UNIT_TYPE" val="f"/>
  <p:tag name="KSO_WM_UNIT_INDEX" val="3"/>
  <p:tag name="KSO_WM_UNIT_ID" val="_4*f*3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830"/>
</p:tagLst>
</file>

<file path=ppt/tags/tag25.xml><?xml version="1.0" encoding="utf-8"?>
<p:tagLst xmlns:p="http://schemas.openxmlformats.org/presentationml/2006/main">
  <p:tag name="KSO_WM_UNIT_TYPE" val="f"/>
  <p:tag name="KSO_WM_UNIT_INDEX" val="4"/>
  <p:tag name="KSO_WM_UNIT_ID" val="_4*f*4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830"/>
</p:tagLst>
</file>

<file path=ppt/tags/tag26.xml><?xml version="1.0" encoding="utf-8"?>
<p:tagLst xmlns:p="http://schemas.openxmlformats.org/presentationml/2006/main">
  <p:tag name="KSO_WM_UNIT_ID" val="_4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830"/>
</p:tagLst>
</file>

<file path=ppt/tags/tag27.xml><?xml version="1.0" encoding="utf-8"?>
<p:tagLst xmlns:p="http://schemas.openxmlformats.org/presentationml/2006/main">
  <p:tag name="KSO_WM_UNIT_ID" val="_4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830"/>
</p:tagLst>
</file>

<file path=ppt/tags/tag28.xml><?xml version="1.0" encoding="utf-8"?>
<p:tagLst xmlns:p="http://schemas.openxmlformats.org/presentationml/2006/main">
  <p:tag name="KSO_WM_UNIT_ID" val="_4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830"/>
</p:tagLst>
</file>

<file path=ppt/tags/tag29.xml><?xml version="1.0" encoding="utf-8"?>
<p:tagLst xmlns:p="http://schemas.openxmlformats.org/presentationml/2006/main">
  <p:tag name="KSO_WM_UNIT_TYPE" val="a"/>
  <p:tag name="KSO_WM_UNIT_INDEX" val="1"/>
  <p:tag name="KSO_WM_UNIT_ID" val="_4*a*1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830"/>
</p:tagLst>
</file>

<file path=ppt/tags/tag30.xml><?xml version="1.0" encoding="utf-8"?>
<p:tagLst xmlns:p="http://schemas.openxmlformats.org/presentationml/2006/main">
  <p:tag name="KSO_WM_UNIT_ID" val="_5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830"/>
</p:tagLst>
</file>

<file path=ppt/tags/tag31.xml><?xml version="1.0" encoding="utf-8"?>
<p:tagLst xmlns:p="http://schemas.openxmlformats.org/presentationml/2006/main">
  <p:tag name="KSO_WM_UNIT_ID" val="_5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830"/>
</p:tagLst>
</file>

<file path=ppt/tags/tag32.xml><?xml version="1.0" encoding="utf-8"?>
<p:tagLst xmlns:p="http://schemas.openxmlformats.org/presentationml/2006/main">
  <p:tag name="KSO_WM_UNIT_ID" val="_5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830"/>
</p:tagLst>
</file>

<file path=ppt/tags/tag33.xml><?xml version="1.0" encoding="utf-8"?>
<p:tagLst xmlns:p="http://schemas.openxmlformats.org/presentationml/2006/main">
  <p:tag name="KSO_WM_UNIT_TYPE" val="a"/>
  <p:tag name="KSO_WM_UNIT_INDEX" val="1"/>
  <p:tag name="KSO_WM_UNIT_ID" val="_5*a*1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830"/>
</p:tagLst>
</file>

<file path=ppt/tags/tag34.xml><?xml version="1.0" encoding="utf-8"?>
<p:tagLst xmlns:p="http://schemas.openxmlformats.org/presentationml/2006/main">
  <p:tag name="KSO_WM_UNIT_ID" val="_6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830"/>
</p:tagLst>
</file>

<file path=ppt/tags/tag35.xml><?xml version="1.0" encoding="utf-8"?>
<p:tagLst xmlns:p="http://schemas.openxmlformats.org/presentationml/2006/main">
  <p:tag name="KSO_WM_UNIT_ID" val="_6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830"/>
</p:tagLst>
</file>

<file path=ppt/tags/tag36.xml><?xml version="1.0" encoding="utf-8"?>
<p:tagLst xmlns:p="http://schemas.openxmlformats.org/presentationml/2006/main">
  <p:tag name="KSO_WM_UNIT_ID" val="_6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830"/>
</p:tagLst>
</file>

<file path=ppt/tags/tag37.xml><?xml version="1.0" encoding="utf-8"?>
<p:tagLst xmlns:p="http://schemas.openxmlformats.org/presentationml/2006/main">
  <p:tag name="KSO_WM_UNIT_TYPE" val="f"/>
  <p:tag name="KSO_WM_UNIT_INDEX" val="1"/>
  <p:tag name="KSO_WM_UNIT_ID" val="_7*f*1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830"/>
</p:tagLst>
</file>

<file path=ppt/tags/tag38.xml><?xml version="1.0" encoding="utf-8"?>
<p:tagLst xmlns:p="http://schemas.openxmlformats.org/presentationml/2006/main">
  <p:tag name="KSO_WM_UNIT_ID" val="_7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830"/>
</p:tagLst>
</file>

<file path=ppt/tags/tag39.xml><?xml version="1.0" encoding="utf-8"?>
<p:tagLst xmlns:p="http://schemas.openxmlformats.org/presentationml/2006/main">
  <p:tag name="KSO_WM_UNIT_ID" val="_7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830"/>
</p:tagLst>
</file>

<file path=ppt/tags/tag40.xml><?xml version="1.0" encoding="utf-8"?>
<p:tagLst xmlns:p="http://schemas.openxmlformats.org/presentationml/2006/main">
  <p:tag name="KSO_WM_UNIT_ID" val="_7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830"/>
</p:tagLst>
</file>

<file path=ppt/tags/tag41.xml><?xml version="1.0" encoding="utf-8"?>
<p:tagLst xmlns:p="http://schemas.openxmlformats.org/presentationml/2006/main">
  <p:tag name="KSO_WM_UNIT_ID" val="_8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830"/>
</p:tagLst>
</file>

<file path=ppt/tags/tag42.xml><?xml version="1.0" encoding="utf-8"?>
<p:tagLst xmlns:p="http://schemas.openxmlformats.org/presentationml/2006/main">
  <p:tag name="KSO_WM_UNIT_ID" val="_8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830"/>
</p:tagLst>
</file>

<file path=ppt/tags/tag43.xml><?xml version="1.0" encoding="utf-8"?>
<p:tagLst xmlns:p="http://schemas.openxmlformats.org/presentationml/2006/main">
  <p:tag name="KSO_WM_UNIT_ID" val="_8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830"/>
</p:tagLst>
</file>

<file path=ppt/tags/tag44.xml><?xml version="1.0" encoding="utf-8"?>
<p:tagLst xmlns:p="http://schemas.openxmlformats.org/presentationml/2006/main">
  <p:tag name="KSO_WM_UNIT_TYPE" val="f"/>
  <p:tag name="KSO_WM_UNIT_INDEX" val="1"/>
  <p:tag name="KSO_WM_UNIT_ID" val="_8*f*1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830"/>
</p:tagLst>
</file>

<file path=ppt/tags/tag45.xml><?xml version="1.0" encoding="utf-8"?>
<p:tagLst xmlns:p="http://schemas.openxmlformats.org/presentationml/2006/main">
  <p:tag name="KSO_WM_UNIT_TYPE" val="a"/>
  <p:tag name="KSO_WM_UNIT_INDEX" val="1"/>
  <p:tag name="KSO_WM_UNIT_ID" val="_8*a*1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830"/>
</p:tagLst>
</file>

<file path=ppt/tags/tag46.xml><?xml version="1.0" encoding="utf-8"?>
<p:tagLst xmlns:p="http://schemas.openxmlformats.org/presentationml/2006/main">
  <p:tag name="KSO_WM_UNIT_ID" val="_9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80830"/>
  <p:tag name="KSO_WM_TEMPLATE_CATEGORY" val="custom"/>
</p:tagLst>
</file>

<file path=ppt/tags/tag47.xml><?xml version="1.0" encoding="utf-8"?>
<p:tagLst xmlns:p="http://schemas.openxmlformats.org/presentationml/2006/main">
  <p:tag name="KSO_WM_UNIT_TYPE" val="i"/>
  <p:tag name="KSO_WM_UNIT_INDEX" val="1"/>
  <p:tag name="KSO_WM_BEAUTIFY_FLAG" val="#wm#"/>
  <p:tag name="KSO_WM_TAG_VERSION" val="3.0"/>
  <p:tag name="LAYOUTZORDER" val="2"/>
  <p:tag name="KSO_WM_UNIT_ID" val="_9*i*1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830"/>
</p:tagLst>
</file>

<file path=ppt/tags/tag48.xml><?xml version="1.0" encoding="utf-8"?>
<p:tagLst xmlns:p="http://schemas.openxmlformats.org/presentationml/2006/main">
  <p:tag name="KSO_WM_UNIT_TYPE" val="f"/>
  <p:tag name="KSO_WM_BEAUTIFY_FLAG" val="#wm#"/>
  <p:tag name="KSO_WM_FIGMA_FLAG" val="#fgm#"/>
  <p:tag name="KSO_WM_UNIT_INDEX" val="1"/>
  <p:tag name="KSO_WM_UNIT_SUBTYPE" val="c"/>
  <p:tag name="KSO_WM_UNIT_TEXT_TYPE" val="1"/>
  <p:tag name="KSO_WM_UNIT_ID" val="_9*f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80830"/>
  <p:tag name="KSO_WM_TEMPLATE_CATEGORY" val="custom"/>
</p:tagLst>
</file>

<file path=ppt/tags/tag49.xml><?xml version="1.0" encoding="utf-8"?>
<p:tagLst xmlns:p="http://schemas.openxmlformats.org/presentationml/2006/main">
  <p:tag name="KSO_WM_UNIT_ID" val="_9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80830"/>
  <p:tag name="KSO_WM_TEMPLATE_CATEGORY" val="custom"/>
</p:tagLst>
</file>

<file path=ppt/tags/tag50.xml><?xml version="1.0" encoding="utf-8"?>
<p:tagLst xmlns:p="http://schemas.openxmlformats.org/presentationml/2006/main">
  <p:tag name="KSO_WM_UNIT_TYPE" val="a"/>
  <p:tag name="KSO_WM_BEAUTIFY_FLAG" val="#wm#"/>
  <p:tag name="KSO_WM_FIGMA_FLAG" val="#fgm#"/>
  <p:tag name="KSO_WM_UNIT_INDEX" val="1"/>
  <p:tag name="KSO_WM_UNIT_TEXT_TYPE" val="1"/>
  <p:tag name="KSO_WM_LAYOUT_CHECK_HASH" val="8dcc75313fd297ddd73eafb416cb7d147029d0cf"/>
  <p:tag name="KSO_WM_NEWLAYOUT_ID" val="922"/>
  <p:tag name="KSO_WM_UNIT_ID" val="_9*a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80830"/>
  <p:tag name="KSO_WM_TEMPLATE_CATEGORY" val="custom"/>
</p:tagLst>
</file>

<file path=ppt/tags/tag51.xml><?xml version="1.0" encoding="utf-8"?>
<p:tagLst xmlns:p="http://schemas.openxmlformats.org/presentationml/2006/main">
  <p:tag name="KSO_WM_UNIT_HIGHLIGHT" val="0"/>
  <p:tag name="KSO_WM_BEAUTIFY_FLAG" val="#wm#"/>
  <p:tag name="KSO_WM_FIGMA_FLAG" val="#fgm#"/>
  <p:tag name="KSO_WM_UNIT_INDEX" val="2"/>
  <p:tag name="KSO_WM_UNIT_SUBTYPE" val="b"/>
  <p:tag name="KSO_WM_UNIT_TEXT_TYPE" val="1"/>
  <p:tag name="KSO_WM_UNIT_TYPE" val="f"/>
  <p:tag name="KSO_WM_UNIT_ID" val="_9*f*2"/>
  <p:tag name="KSO_WM_TAG_VERSION" val="3.0"/>
  <p:tag name="KSO_WM_UNIT_ISNUMDGMTITLE" val="0"/>
  <p:tag name="KSO_WM_UNIT_NOCLEAR" val="0"/>
  <p:tag name="KSO_WM_UNIT_COMPATIBLE" val="0"/>
  <p:tag name="KSO_WM_UNIT_DIAGRAM_ISNUMVISUAL" val="0"/>
  <p:tag name="KSO_WM_UNIT_DIAGRAM_ISREFERUNIT" val="0"/>
  <p:tag name="KSO_WM_UNIT_LAYERLEVEL" val="1"/>
  <p:tag name="KSO_WM_TEMPLATE_INDEX" val="40480830"/>
  <p:tag name="KSO_WM_TEMPLATE_CATEGORY" val="custom"/>
</p:tagLst>
</file>

<file path=ppt/tags/tag52.xml><?xml version="1.0" encoding="utf-8"?>
<p:tagLst xmlns:p="http://schemas.openxmlformats.org/presentationml/2006/main">
  <p:tag name="KSO_WM_UNIT_ID" val="_1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80830"/>
  <p:tag name="KSO_WM_TEMPLATE_CATEGORY" val="custom"/>
</p:tagLst>
</file>

<file path=ppt/tags/tag53.xml><?xml version="1.0" encoding="utf-8"?>
<p:tagLst xmlns:p="http://schemas.openxmlformats.org/presentationml/2006/main">
  <p:tag name="KSO_WM_UNIT_TYPE" val="i"/>
  <p:tag name="KSO_WM_UNIT_INDEX" val="1"/>
  <p:tag name="KSO_WM_BEAUTIFY_FLAG" val="#wm#"/>
  <p:tag name="KSO_WM_TAG_VERSION" val="3.0"/>
  <p:tag name="LAYOUTZORDER" val="2"/>
  <p:tag name="KSO_WM_UNIT_ID" val="_10*i*1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830"/>
</p:tagLst>
</file>

<file path=ppt/tags/tag54.xml><?xml version="1.0" encoding="utf-8"?>
<p:tagLst xmlns:p="http://schemas.openxmlformats.org/presentationml/2006/main">
  <p:tag name="KSO_WM_UNIT_ID" val="_1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80830"/>
  <p:tag name="KSO_WM_TEMPLATE_CATEGORY" val="custom"/>
</p:tagLst>
</file>

<file path=ppt/tags/tag55.xml><?xml version="1.0" encoding="utf-8"?>
<p:tagLst xmlns:p="http://schemas.openxmlformats.org/presentationml/2006/main">
  <p:tag name="KSO_WM_UNIT_HIGHLIGHT" val="0"/>
  <p:tag name="KSO_WM_BEAUTIFY_FLAG" val="#wm#"/>
  <p:tag name="KSO_WM_FIGMA_FLAG" val="#fgm#"/>
  <p:tag name="KSO_WM_UNIT_INDEX" val="1"/>
  <p:tag name="KSO_WM_UNIT_TEXT_TYPE" val="1"/>
  <p:tag name="KSO_WM_UNIT_TYPE" val="a"/>
  <p:tag name="KSO_WM_LAYOUT_CHECK_HASH" val="ac060618f2b00673027a31c7322186445c8cdbad"/>
  <p:tag name="KSO_WM_NEWLAYOUT_ID" val="928"/>
  <p:tag name="KSO_WM_UNIT_ID" val="_10*a*1"/>
  <p:tag name="KSO_WM_TAG_VERSION" val="3.0"/>
  <p:tag name="KSO_WM_UNIT_ISNUMDGMTITLE" val="0"/>
  <p:tag name="KSO_WM_UNIT_NOCLEAR" val="0"/>
  <p:tag name="KSO_WM_UNIT_COMPATIBLE" val="0"/>
  <p:tag name="KSO_WM_UNIT_DIAGRAM_ISNUMVISUAL" val="0"/>
  <p:tag name="KSO_WM_UNIT_DIAGRAM_ISREFERUNIT" val="0"/>
  <p:tag name="KSO_WM_UNIT_LAYERLEVEL" val="1"/>
  <p:tag name="KSO_WM_TEMPLATE_INDEX" val="40480830"/>
  <p:tag name="KSO_WM_TEMPLATE_CATEGORY" val="custom"/>
</p:tagLst>
</file>

<file path=ppt/tags/tag56.xml><?xml version="1.0" encoding="utf-8"?>
<p:tagLst xmlns:p="http://schemas.openxmlformats.org/presentationml/2006/main">
  <p:tag name="KSO_WM_UNIT_HIGHLIGHT" val="0"/>
  <p:tag name="KSO_WM_BEAUTIFY_FLAG" val="#wm#"/>
  <p:tag name="KSO_WM_FIGMA_FLAG" val="#fgm#"/>
  <p:tag name="KSO_WM_UNIT_INDEX" val="1"/>
  <p:tag name="KSO_WM_UNIT_TYPE" val="e"/>
  <p:tag name="KSO_WM_UNIT_ID" val="_10*e*1"/>
  <p:tag name="KSO_WM_TAG_VERSION" val="3.0"/>
  <p:tag name="KSO_WM_UNIT_ISNUMDGMTITLE" val="0"/>
  <p:tag name="KSO_WM_UNIT_NOCLEAR" val="0"/>
  <p:tag name="KSO_WM_UNIT_COMPATIBLE" val="0"/>
  <p:tag name="KSO_WM_UNIT_DIAGRAM_ISNUMVISUAL" val="0"/>
  <p:tag name="KSO_WM_UNIT_DIAGRAM_ISREFERUNIT" val="0"/>
  <p:tag name="KSO_WM_UNIT_LAYERLEVEL" val="1"/>
  <p:tag name="KSO_WM_TEMPLATE_INDEX" val="40480830"/>
  <p:tag name="KSO_WM_TEMPLATE_CATEGORY" val="custom"/>
</p:tagLst>
</file>

<file path=ppt/tags/tag57.xml><?xml version="1.0" encoding="utf-8"?>
<p:tagLst xmlns:p="http://schemas.openxmlformats.org/presentationml/2006/main">
  <p:tag name="KSO_WM_UNIT_ID" val="_1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80830"/>
  <p:tag name="KSO_WM_TEMPLATE_CATEGORY" val="custom"/>
</p:tagLst>
</file>

<file path=ppt/tags/tag58.xml><?xml version="1.0" encoding="utf-8"?>
<p:tagLst xmlns:p="http://schemas.openxmlformats.org/presentationml/2006/main">
  <p:tag name="KSO_WM_UNIT_TYPE" val="i"/>
  <p:tag name="KSO_WM_UNIT_INDEX" val="1"/>
  <p:tag name="KSO_WM_BEAUTIFY_FLAG" val="#wm#"/>
  <p:tag name="KSO_WM_TAG_VERSION" val="3.0"/>
  <p:tag name="LAYOUTZORDER" val="2"/>
  <p:tag name="KSO_WM_UNIT_ID" val="_11*i*1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830"/>
</p:tagLst>
</file>

<file path=ppt/tags/tag59.xml><?xml version="1.0" encoding="utf-8"?>
<p:tagLst xmlns:p="http://schemas.openxmlformats.org/presentationml/2006/main">
  <p:tag name="KSO_WM_UNIT_ID" val="_1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80830"/>
  <p:tag name="KSO_WM_TEMPLATE_CATEGORY" val="custom"/>
</p:tagLst>
</file>

<file path=ppt/tags/tag60.xml><?xml version="1.0" encoding="utf-8"?>
<p:tagLst xmlns:p="http://schemas.openxmlformats.org/presentationml/2006/main">
  <p:tag name="KSO_WM_BEAUTIFY_FLAG" val="#wm#"/>
  <p:tag name="KSO_WM_FIGMA_FLAG" val="#fgm#"/>
  <p:tag name="KSO_WM_UNIT_INDEX" val="1"/>
  <p:tag name="KSO_WM_UNIT_TEXT_TYPE" val="1"/>
  <p:tag name="KSO_WM_UNIT_TYPE" val="b"/>
  <p:tag name="KSO_WM_UNIT_ID" val="_11*b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80830"/>
  <p:tag name="KSO_WM_TEMPLATE_CATEGORY" val="custom"/>
</p:tagLst>
</file>

<file path=ppt/tags/tag61.xml><?xml version="1.0" encoding="utf-8"?>
<p:tagLst xmlns:p="http://schemas.openxmlformats.org/presentationml/2006/main">
  <p:tag name="KSO_WM_UNIT_TYPE" val="a"/>
  <p:tag name="KSO_WM_BEAUTIFY_FLAG" val="#wm#"/>
  <p:tag name="KSO_WM_FIGMA_FLAG" val="#fgm#"/>
  <p:tag name="KSO_WM_UNIT_INDEX" val="1"/>
  <p:tag name="KSO_WM_UNIT_TEXT_TYPE" val="1"/>
  <p:tag name="KSO_WM_LAYOUT_CHECK_HASH" val="325b837819ea9cfc96872a8bc701cab75cafe65a"/>
  <p:tag name="KSO_WM_NEWLAYOUT_ID" val="934"/>
  <p:tag name="KSO_WM_UNIT_ID" val="_11*a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80830"/>
  <p:tag name="KSO_WM_TEMPLATE_CATEGORY" val="custom"/>
</p:tagLst>
</file>

<file path=ppt/tags/tag62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80830"/>
  <p:tag name="KSO_WM_TEMPLATE_CATEGORY" val="custom"/>
</p:tagLst>
</file>

<file path=ppt/tags/tag63.xml><?xml version="1.0" encoding="utf-8"?>
<p:tagLst xmlns:p="http://schemas.openxmlformats.org/presentationml/2006/main">
  <p:tag name="KSO_WM_UNIT_TYPE" val="i"/>
  <p:tag name="KSO_WM_UNIT_INDEX" val="1"/>
  <p:tag name="KSO_WM_BEAUTIFY_FLAG" val="#wm#"/>
  <p:tag name="KSO_WM_TAG_VERSION" val="3.0"/>
  <p:tag name="KSO_WM_UNIT_ID" val="_1*i*1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830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80830"/>
  <p:tag name="KSO_WM_TEMPLATE_CATEGORY" val="custom"/>
</p:tagLst>
</file>

<file path=ppt/tags/tag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80830"/>
  <p:tag name="KSO_WM_TEMPLATE_CATEGORY" val="custom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80830"/>
  <p:tag name="KSO_WM_TEMPLATE_CATEGORY" val="custom"/>
</p:tagLst>
</file>

<file path=ppt/tags/tag67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EXT_TYPE" val="1"/>
  <p:tag name="KSO_WM_UNIT_TYPE" val="b"/>
</p:tagLst>
</file>

<file path=ppt/tags/tag68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EXT_TYPE" val="1"/>
  <p:tag name="KSO_WM_UNIT_TYPE" val="a"/>
  <p:tag name="KSO_WM_LAYOUT_CHECK_HASH" val="d0c77ba746c66f6038c622a7b17415d1e021a5bd"/>
  <p:tag name="KSO_WM_NEWLAYOUT_ID" val="1"/>
</p:tagLst>
</file>

<file path=ppt/tags/tag6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SUBTYPE" val="d"/>
  <p:tag name="KSO_WM_UNIT_TYPE" val="l_h_i"/>
</p:tagLst>
</file>

<file path=ppt/tags/tag70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UNIT_INDEX" val="1_1_2"/>
  <p:tag name="KSO_WM_UNIT_TYPE" val="l_h_i"/>
</p:tagLst>
</file>

<file path=ppt/tags/tag7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7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SUBTYPE" val="d"/>
  <p:tag name="KSO_WM_UNIT_TYPE" val="l_h_i"/>
</p:tagLst>
</file>

<file path=ppt/tags/tag73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UNIT_INDEX" val="1_2_2"/>
  <p:tag name="KSO_WM_UNIT_TYPE" val="l_h_i"/>
</p:tagLst>
</file>

<file path=ppt/tags/tag7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7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SUBTYPE" val="d"/>
  <p:tag name="KSO_WM_UNIT_TYPE" val="l_h_i"/>
</p:tagLst>
</file>

<file path=ppt/tags/tag76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UNIT_INDEX" val="1_3_2"/>
  <p:tag name="KSO_WM_UNIT_TYPE" val="l_h_i"/>
</p:tagLst>
</file>

<file path=ppt/tags/tag7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7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SUBTYPE" val="d"/>
  <p:tag name="KSO_WM_UNIT_TYPE" val="l_h_i"/>
</p:tagLst>
</file>

<file path=ppt/tags/tag79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UNIT_INDEX" val="1_4_2"/>
  <p:tag name="KSO_WM_UNIT_TYPE" val="l_h_i"/>
</p:tagLst>
</file>

<file path=ppt/tags/tag8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a"/>
</p:tagLst>
</file>

<file path=ppt/tags/tag81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80830"/>
  <p:tag name="KSO_WM_TEMPLATE_CATEGORY" val="custom"/>
</p:tagLst>
</file>

<file path=ppt/tags/tag82.xml><?xml version="1.0" encoding="utf-8"?>
<p:tagLst xmlns:p="http://schemas.openxmlformats.org/presentationml/2006/main">
  <p:tag name="KSO_WM_UNIT_TYPE" val="i"/>
  <p:tag name="KSO_WM_UNIT_INDEX" val="1"/>
  <p:tag name="KSO_WM_BEAUTIFY_FLAG" val="#wm#"/>
  <p:tag name="KSO_WM_TAG_VERSION" val="3.0"/>
  <p:tag name="KSO_WM_UNIT_ID" val="_1*i*1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830"/>
</p:tagLst>
</file>

<file path=ppt/tags/tag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80830"/>
  <p:tag name="KSO_WM_TEMPLATE_CATEGORY" val="custom"/>
</p:tagLst>
</file>

<file path=ppt/tags/tag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80830"/>
  <p:tag name="KSO_WM_TEMPLATE_CATEGORY" val="custom"/>
</p:tagLst>
</file>

<file path=ppt/tags/tag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80830"/>
  <p:tag name="KSO_WM_TEMPLATE_CATEGORY" val="custom"/>
</p:tagLst>
</file>

<file path=ppt/tags/tag86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EXT_TYPE" val="1"/>
  <p:tag name="KSO_WM_UNIT_TYPE" val="b"/>
</p:tagLst>
</file>

<file path=ppt/tags/tag87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EXT_TYPE" val="1"/>
  <p:tag name="KSO_WM_UNIT_TYPE" val="a"/>
  <p:tag name="KSO_WM_LAYOUT_CHECK_HASH" val="f44ee4feb72074dca4790e85c7e0bccbb7513578"/>
  <p:tag name="KSO_WM_NEWLAYOUT_GROUP_ID" val="layout_1-5"/>
  <p:tag name="KSO_WM_NEWLAYOUT_ID" val="slide_cea45c27deb23863"/>
</p:tagLst>
</file>

<file path=ppt/tags/tag8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SUBTYPE" val="d"/>
  <p:tag name="KSO_WM_UNIT_TYPE" val="l_h_i"/>
</p:tagLst>
</file>

<file path=ppt/tags/tag89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SYNC_SLIDE_TEXT" val="1"/>
  <p:tag name="KSO_WM_UNIT_INDEX" val="1_1_2"/>
  <p:tag name="KSO_WM_UNIT_TYPE" val="l_h_i"/>
</p:tagLst>
</file>

<file path=ppt/tags/tag9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9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SUBTYPE" val="d"/>
  <p:tag name="KSO_WM_UNIT_TYPE" val="l_h_i"/>
</p:tagLst>
</file>

<file path=ppt/tags/tag92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2"/>
  <p:tag name="KSO_WM_UNIT_TYPE" val="l_h_i"/>
</p:tagLst>
</file>

<file path=ppt/tags/tag9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9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SUBTYPE" val="d"/>
  <p:tag name="KSO_WM_UNIT_TYPE" val="l_h_i"/>
</p:tagLst>
</file>

<file path=ppt/tags/tag95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SYNC_SLIDE_TEXT" val="1"/>
  <p:tag name="KSO_WM_UNIT_INDEX" val="1_3_2"/>
  <p:tag name="KSO_WM_UNIT_TYPE" val="l_h_i"/>
</p:tagLst>
</file>

<file path=ppt/tags/tag9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9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SUBTYPE" val="d"/>
  <p:tag name="KSO_WM_UNIT_TYPE" val="l_h_i"/>
</p:tagLst>
</file>

<file path=ppt/tags/tag98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SYNC_SLIDE_TEXT" val="1"/>
  <p:tag name="KSO_WM_UNIT_INDEX" val="1_4_2"/>
  <p:tag name="KSO_WM_UNIT_TYPE" val="l_h_i"/>
</p:tagLst>
</file>

<file path=ppt/tags/tag9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a"/>
</p:tagLst>
</file>

<file path=ppt/tags/tag10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5_1"/>
  <p:tag name="KSO_WM_UNIT_SUBTYPE" val="d"/>
  <p:tag name="KSO_WM_UNIT_TYPE" val="l_h_i"/>
</p:tagLst>
</file>

<file path=ppt/tags/tag101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SYNC_SLIDE_TEXT" val="1"/>
  <p:tag name="KSO_WM_UNIT_INDEX" val="1_5_2"/>
  <p:tag name="KSO_WM_UNIT_TYPE" val="l_h_i"/>
</p:tagLst>
</file>

<file path=ppt/tags/tag10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5_1"/>
  <p:tag name="KSO_WM_UNIT_TYPE" val="l_h_a"/>
</p:tagLst>
</file>

<file path=ppt/tags/tag103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80830"/>
  <p:tag name="KSO_WM_TEMPLATE_CATEGORY" val="custom"/>
</p:tagLst>
</file>

<file path=ppt/tags/tag104.xml><?xml version="1.0" encoding="utf-8"?>
<p:tagLst xmlns:p="http://schemas.openxmlformats.org/presentationml/2006/main">
  <p:tag name="KSO_WM_UNIT_TYPE" val="i"/>
  <p:tag name="KSO_WM_UNIT_INDEX" val="1"/>
  <p:tag name="KSO_WM_BEAUTIFY_FLAG" val="#wm#"/>
  <p:tag name="KSO_WM_TAG_VERSION" val="3.0"/>
  <p:tag name="KSO_WM_UNIT_ID" val="_1*i*1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830"/>
</p:tagLst>
</file>

<file path=ppt/tags/tag1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80830"/>
  <p:tag name="KSO_WM_TEMPLATE_CATEGORY" val="custom"/>
</p:tagLst>
</file>

<file path=ppt/tags/tag1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80830"/>
  <p:tag name="KSO_WM_TEMPLATE_CATEGORY" val="custom"/>
</p:tagLst>
</file>

<file path=ppt/tags/tag1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80830"/>
  <p:tag name="KSO_WM_TEMPLATE_CATEGORY" val="custom"/>
</p:tagLst>
</file>

<file path=ppt/tags/tag108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639aa6e77f20cfb85712c656c88318e830c5232f"/>
  <p:tag name="KSO_WM_NEWLAYOUT_GROUP_ID" val="layout_32"/>
  <p:tag name="KSO_WM_NEWLAYOUT_ID" val="slide_b9100b5d2a098348"/>
</p:tagLst>
</file>

<file path=ppt/tags/tag109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_1"/>
  <p:tag name="KSO_WM_UNIT_TYPE" val="l_h_i"/>
</p:tagLst>
</file>

<file path=ppt/tags/tag110.xml><?xml version="1.0" encoding="utf-8"?>
<p:tagLst xmlns:p="http://schemas.openxmlformats.org/presentationml/2006/main">
  <p:tag name="KSO_WM_FIGMA_DECORATION_INDEX" val="16"/>
  <p:tag name="$PH_EXT" val="2"/>
  <p:tag name="KSO_WM_BEAUTIFY_FLAG" val="#fgm#"/>
  <p:tag name="KSO_WM_DIAGRAM_GROUP_CODE" val="1"/>
  <p:tag name="KSO_WM_FIGMA_FLAG" val="#fgm#"/>
  <p:tag name="KSO_WM_SYNC_SLIDE_TEXT" val="1"/>
  <p:tag name="KSO_WM_UNIT_INDEX" val="1_1_2"/>
  <p:tag name="KSO_WM_UNIT_TYPE" val="l_h_i"/>
</p:tagLst>
</file>

<file path=ppt/tags/tag111.xml><?xml version="1.0" encoding="utf-8"?>
<p:tagLst xmlns:p="http://schemas.openxmlformats.org/presentationml/2006/main">
  <p:tag name="KSO_WM_FIGMA_DECORATION_INDEX" val="7"/>
  <p:tag name="$PH_EXT" val="1"/>
  <p:tag name="KSO_WM_BEAUTIFY_FLAG" val="#fgm#"/>
  <p:tag name="KSO_WM_DIAGRAM_GROUP_CODE" val="1"/>
  <p:tag name="KSO_WM_FIGMA_FLAG" val="#fgm#"/>
  <p:tag name="KSO_WM_UNIT_INDEX" val="1_1_1"/>
  <p:tag name="KSO_WM_UNIT_TYPE" val="l_h_x"/>
</p:tagLst>
</file>

<file path=ppt/tags/tag11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11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114.xml><?xml version="1.0" encoding="utf-8"?>
<p:tagLst xmlns:p="http://schemas.openxmlformats.org/presentationml/2006/main">
  <p:tag name="KSO_WM_FIGMA_DECORATION_INDEX" val="17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1"/>
  <p:tag name="KSO_WM_UNIT_TYPE" val="l_h_i"/>
</p:tagLst>
</file>

<file path=ppt/tags/tag115.xml><?xml version="1.0" encoding="utf-8"?>
<p:tagLst xmlns:p="http://schemas.openxmlformats.org/presentationml/2006/main">
  <p:tag name="KSO_WM_FIGMA_DECORATION_INDEX" val="15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2"/>
  <p:tag name="KSO_WM_UNIT_TYPE" val="l_h_i"/>
</p:tagLst>
</file>

<file path=ppt/tags/tag116.xml><?xml version="1.0" encoding="utf-8"?>
<p:tagLst xmlns:p="http://schemas.openxmlformats.org/presentationml/2006/main">
  <p:tag name="KSO_WM_FIGMA_DECORATION_INDEX" val="2"/>
  <p:tag name="$PH_EXT" val="1"/>
  <p:tag name="KSO_WM_BEAUTIFY_FLAG" val="#fgm#"/>
  <p:tag name="KSO_WM_DIAGRAM_GROUP_CODE" val="1"/>
  <p:tag name="KSO_WM_FIGMA_FLAG" val="#fgm#"/>
  <p:tag name="KSO_WM_UNIT_INDEX" val="1_2_1"/>
  <p:tag name="KSO_WM_UNIT_TYPE" val="l_h_x"/>
</p:tagLst>
</file>

<file path=ppt/tags/tag11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11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119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80830"/>
  <p:tag name="KSO_WM_TEMPLATE_CATEGORY" val="custom"/>
</p:tagLst>
</file>

<file path=ppt/tags/tag120.xml><?xml version="1.0" encoding="utf-8"?>
<p:tagLst xmlns:p="http://schemas.openxmlformats.org/presentationml/2006/main">
  <p:tag name="KSO_WM_UNIT_TYPE" val="i"/>
  <p:tag name="KSO_WM_UNIT_INDEX" val="1"/>
  <p:tag name="KSO_WM_BEAUTIFY_FLAG" val="#wm#"/>
  <p:tag name="KSO_WM_TAG_VERSION" val="3.0"/>
  <p:tag name="KSO_WM_UNIT_ID" val="_1*i*1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830"/>
</p:tagLst>
</file>

<file path=ppt/tags/tag1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80830"/>
  <p:tag name="KSO_WM_TEMPLATE_CATEGORY" val="custom"/>
</p:tagLst>
</file>

<file path=ppt/tags/tag1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80830"/>
  <p:tag name="KSO_WM_TEMPLATE_CATEGORY" val="custom"/>
</p:tagLst>
</file>

<file path=ppt/tags/tag1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80830"/>
  <p:tag name="KSO_WM_TEMPLATE_CATEGORY" val="custom"/>
</p:tagLst>
</file>

<file path=ppt/tags/tag124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72d645a8a6cf389a131a1778e8e943a705bf642b"/>
  <p:tag name="KSO_WM_NEWLAYOUT_GROUP_ID" val="layout_61"/>
  <p:tag name="KSO_WM_NEWLAYOUT_ID" val="slide_3e6e0ca453114647"/>
</p:tagLst>
</file>

<file path=ppt/tags/tag125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d"/>
</p:tagLst>
</file>

<file path=ppt/tags/tag126.xml><?xml version="1.0" encoding="utf-8"?>
<p:tagLst xmlns:p="http://schemas.openxmlformats.org/presentationml/2006/main">
  <p:tag name="KSO_WM_FIGMA_DECORATION_INDEX" val="17_contentModel"/>
  <p:tag name="$PH_EXT" val="2"/>
  <p:tag name="KSO_WM_BEAUTIFY_FLAG" val="#fgm#"/>
  <p:tag name="KSO_WM_FIGMA_FLAG" val="#fgm#"/>
  <p:tag name="KSO_WM_SYNC_SLIDE_TEXT" val="1"/>
  <p:tag name="KSO_WM_UNIT_INDEX" val="1_1"/>
  <p:tag name="KSO_WM_UNIT_TYPE" val="l_i"/>
</p:tagLst>
</file>

<file path=ppt/tags/tag12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12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12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13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13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13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133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80830"/>
  <p:tag name="KSO_WM_TEMPLATE_CATEGORY" val="custom"/>
</p:tagLst>
</file>

<file path=ppt/tags/tag134.xml><?xml version="1.0" encoding="utf-8"?>
<p:tagLst xmlns:p="http://schemas.openxmlformats.org/presentationml/2006/main">
  <p:tag name="KSO_WM_UNIT_TYPE" val="i"/>
  <p:tag name="KSO_WM_UNIT_INDEX" val="1"/>
  <p:tag name="KSO_WM_BEAUTIFY_FLAG" val="#wm#"/>
  <p:tag name="KSO_WM_TAG_VERSION" val="3.0"/>
  <p:tag name="KSO_WM_UNIT_ID" val="_1*i*1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830"/>
</p:tagLst>
</file>

<file path=ppt/tags/tag1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80830"/>
  <p:tag name="KSO_WM_TEMPLATE_CATEGORY" val="custom"/>
</p:tagLst>
</file>

<file path=ppt/tags/tag1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80830"/>
  <p:tag name="KSO_WM_TEMPLATE_CATEGORY" val="custom"/>
</p:tagLst>
</file>

<file path=ppt/tags/tag1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80830"/>
  <p:tag name="KSO_WM_TEMPLATE_CATEGORY" val="custom"/>
</p:tagLst>
</file>

<file path=ppt/tags/tag138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b7757b615ec54513dc15434172677d8425190d3c"/>
  <p:tag name="KSO_WM_NEWLAYOUT_GROUP_ID" val="layout_26"/>
  <p:tag name="KSO_WM_NEWLAYOUT_ID" val="slide_351695b9d561403a"/>
</p:tagLst>
</file>

<file path=ppt/tags/tag139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_1"/>
  <p:tag name="KSO_WM_UNIT_TYPE" val="l_h_i"/>
</p:tagLst>
</file>

<file path=ppt/tags/tag14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d"/>
</p:tagLst>
</file>

<file path=ppt/tags/tag14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14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143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2_1"/>
  <p:tag name="KSO_WM_UNIT_TYPE" val="l_h_i"/>
</p:tagLst>
</file>

<file path=ppt/tags/tag14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d"/>
</p:tagLst>
</file>

<file path=ppt/tags/tag14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14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147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80830"/>
  <p:tag name="KSO_WM_TEMPLATE_CATEGORY" val="custom"/>
</p:tagLst>
</file>

<file path=ppt/tags/tag148.xml><?xml version="1.0" encoding="utf-8"?>
<p:tagLst xmlns:p="http://schemas.openxmlformats.org/presentationml/2006/main">
  <p:tag name="KSO_WM_UNIT_TYPE" val="i"/>
  <p:tag name="KSO_WM_UNIT_INDEX" val="1"/>
  <p:tag name="KSO_WM_BEAUTIFY_FLAG" val="#wm#"/>
  <p:tag name="KSO_WM_TAG_VERSION" val="3.0"/>
  <p:tag name="KSO_WM_UNIT_ID" val="_1*i*1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830"/>
</p:tagLst>
</file>

<file path=ppt/tags/tag1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80830"/>
  <p:tag name="KSO_WM_TEMPLATE_CATEGORY" val="custom"/>
</p:tagLst>
</file>

<file path=ppt/tags/tag1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80830"/>
  <p:tag name="KSO_WM_TEMPLATE_CATEGORY" val="custom"/>
</p:tagLst>
</file>

<file path=ppt/tags/tag1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80830"/>
  <p:tag name="KSO_WM_TEMPLATE_CATEGORY" val="custom"/>
</p:tagLst>
</file>

<file path=ppt/tags/tag152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08ded84ea44ae45c9c84c1fafc1aca494f1620bd"/>
  <p:tag name="KSO_WM_NEWLAYOUT_GROUP_ID" val="layout_35"/>
  <p:tag name="KSO_WM_NEWLAYOUT_ID" val="slide_8c49d5f620ed4b41"/>
</p:tagLst>
</file>

<file path=ppt/tags/tag15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2"/>
  <p:tag name="KSO_WM_UNIT_SUBTYPE" val="d"/>
  <p:tag name="KSO_WM_UNIT_TYPE" val="l_h_i"/>
</p:tagLst>
</file>

<file path=ppt/tags/tag15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15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15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2"/>
  <p:tag name="KSO_WM_UNIT_SUBTYPE" val="d"/>
  <p:tag name="KSO_WM_UNIT_TYPE" val="l_h_i"/>
</p:tagLst>
</file>

<file path=ppt/tags/tag15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15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15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2"/>
  <p:tag name="KSO_WM_UNIT_SUBTYPE" val="d"/>
  <p:tag name="KSO_WM_UNIT_TYPE" val="l_h_i"/>
</p:tagLst>
</file>

<file path=ppt/tags/tag16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16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16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2"/>
  <p:tag name="KSO_WM_UNIT_SUBTYPE" val="d"/>
  <p:tag name="KSO_WM_UNIT_TYPE" val="l_h_i"/>
</p:tagLst>
</file>

<file path=ppt/tags/tag16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a"/>
</p:tagLst>
</file>

<file path=ppt/tags/tag16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f"/>
</p:tagLst>
</file>

<file path=ppt/tags/tag165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80830"/>
  <p:tag name="KSO_WM_TEMPLATE_CATEGORY" val="custom"/>
</p:tagLst>
</file>

<file path=ppt/tags/tag166.xml><?xml version="1.0" encoding="utf-8"?>
<p:tagLst xmlns:p="http://schemas.openxmlformats.org/presentationml/2006/main">
  <p:tag name="KSO_WM_UNIT_TYPE" val="i"/>
  <p:tag name="KSO_WM_UNIT_INDEX" val="1"/>
  <p:tag name="KSO_WM_BEAUTIFY_FLAG" val="#wm#"/>
  <p:tag name="KSO_WM_TAG_VERSION" val="3.0"/>
  <p:tag name="KSO_WM_UNIT_ID" val="_1*i*1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830"/>
</p:tagLst>
</file>

<file path=ppt/tags/tag1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80830"/>
  <p:tag name="KSO_WM_TEMPLATE_CATEGORY" val="custom"/>
</p:tagLst>
</file>

<file path=ppt/tags/tag1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80830"/>
  <p:tag name="KSO_WM_TEMPLATE_CATEGORY" val="custom"/>
</p:tagLst>
</file>

<file path=ppt/tags/tag1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80830"/>
  <p:tag name="KSO_WM_TEMPLATE_CATEGORY" val="custom"/>
</p:tagLst>
</file>

<file path=ppt/tags/tag170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2b3d32054d0c7896a1950a39c6d046101ff1e0d3"/>
  <p:tag name="KSO_WM_NEWLAYOUT_GROUP_ID" val="layout_62"/>
  <p:tag name="KSO_WM_NEWLAYOUT_ID" val="slide_d449a0c07ff8e52c"/>
</p:tagLst>
</file>

<file path=ppt/tags/tag171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d"/>
</p:tagLst>
</file>

<file path=ppt/tags/tag172.xml><?xml version="1.0" encoding="utf-8"?>
<p:tagLst xmlns:p="http://schemas.openxmlformats.org/presentationml/2006/main">
  <p:tag name="KSO_WM_FIGMA_DECORATION_INDEX" val="16"/>
  <p:tag name="$PH_EXT" val="2"/>
  <p:tag name="KSO_WM_BEAUTIFY_FLAG" val="#fgm#"/>
  <p:tag name="KSO_WM_DIAGRAM_GROUP_CODE" val="1"/>
  <p:tag name="KSO_WM_FIGMA_FLAG" val="#fgm#"/>
  <p:tag name="KSO_WM_SYNC_SLIDE_TEXT" val="1"/>
  <p:tag name="KSO_WM_UNIT_INDEX" val="1_1_1"/>
  <p:tag name="KSO_WM_UNIT_TYPE" val="l_h_i"/>
</p:tagLst>
</file>

<file path=ppt/tags/tag173.xml><?xml version="1.0" encoding="utf-8"?>
<p:tagLst xmlns:p="http://schemas.openxmlformats.org/presentationml/2006/main">
  <p:tag name="KSO_WM_FIGMA_DECORATION_INDEX" val="7"/>
  <p:tag name="$PH_EXT" val="1"/>
  <p:tag name="KSO_WM_BEAUTIFY_FLAG" val="#fgm#"/>
  <p:tag name="KSO_WM_DIAGRAM_GROUP_CODE" val="1"/>
  <p:tag name="KSO_WM_FIGMA_FLAG" val="#fgm#"/>
  <p:tag name="KSO_WM_UNIT_INDEX" val="1_1_1"/>
  <p:tag name="KSO_WM_UNIT_TYPE" val="l_h_x"/>
</p:tagLst>
</file>

<file path=ppt/tags/tag17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17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176.xml><?xml version="1.0" encoding="utf-8"?>
<p:tagLst xmlns:p="http://schemas.openxmlformats.org/presentationml/2006/main">
  <p:tag name="KSO_WM_FIGMA_DECORATION_INDEX" val="16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1"/>
  <p:tag name="KSO_WM_UNIT_TYPE" val="l_h_i"/>
</p:tagLst>
</file>

<file path=ppt/tags/tag177.xml><?xml version="1.0" encoding="utf-8"?>
<p:tagLst xmlns:p="http://schemas.openxmlformats.org/presentationml/2006/main">
  <p:tag name="KSO_WM_FIGMA_DECORATION_INDEX" val="8"/>
  <p:tag name="$PH_EXT" val="1"/>
  <p:tag name="KSO_WM_BEAUTIFY_FLAG" val="#fgm#"/>
  <p:tag name="KSO_WM_DIAGRAM_GROUP_CODE" val="1"/>
  <p:tag name="KSO_WM_FIGMA_FLAG" val="#fgm#"/>
  <p:tag name="KSO_WM_UNIT_INDEX" val="1_2_1"/>
  <p:tag name="KSO_WM_UNIT_TYPE" val="l_h_x"/>
</p:tagLst>
</file>

<file path=ppt/tags/tag17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17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180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80830"/>
  <p:tag name="KSO_WM_TEMPLATE_CATEGORY" val="custom"/>
</p:tagLst>
</file>

<file path=ppt/tags/tag181.xml><?xml version="1.0" encoding="utf-8"?>
<p:tagLst xmlns:p="http://schemas.openxmlformats.org/presentationml/2006/main">
  <p:tag name="KSO_WM_UNIT_TYPE" val="i"/>
  <p:tag name="KSO_WM_UNIT_INDEX" val="1"/>
  <p:tag name="KSO_WM_BEAUTIFY_FLAG" val="#wm#"/>
  <p:tag name="KSO_WM_TAG_VERSION" val="3.0"/>
  <p:tag name="KSO_WM_UNIT_ID" val="_1*i*1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830"/>
</p:tagLst>
</file>

<file path=ppt/tags/tag1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80830"/>
  <p:tag name="KSO_WM_TEMPLATE_CATEGORY" val="custom"/>
</p:tagLst>
</file>

<file path=ppt/tags/tag1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80830"/>
  <p:tag name="KSO_WM_TEMPLATE_CATEGORY" val="custom"/>
</p:tagLst>
</file>

<file path=ppt/tags/tag1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80830"/>
  <p:tag name="KSO_WM_TEMPLATE_CATEGORY" val="custom"/>
</p:tagLst>
</file>

<file path=ppt/tags/tag185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364b6ebf38476860b7fdc11d59710e2a515d73a2"/>
  <p:tag name="KSO_WM_NEWLAYOUT_GROUP_ID" val="layout_6"/>
  <p:tag name="KSO_WM_NEWLAYOUT_ID" val="slide_bc78dc5822ef59f4"/>
</p:tagLst>
</file>

<file path=ppt/tags/tag186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d"/>
</p:tagLst>
</file>

<file path=ppt/tags/tag187.xml><?xml version="1.0" encoding="utf-8"?>
<p:tagLst xmlns:p="http://schemas.openxmlformats.org/presentationml/2006/main">
  <p:tag name="KSO_WM_FIGMA_DECORATION_INDEX" val="14"/>
  <p:tag name="$PH_EXT" val="2"/>
  <p:tag name="KSO_WM_BEAUTIFY_FLAG" val="#fgm#"/>
  <p:tag name="KSO_WM_DIAGRAM_GROUP_CODE" val="1"/>
  <p:tag name="KSO_WM_FIGMA_FLAG" val="#fgm#"/>
  <p:tag name="KSO_WM_SYNC_SLIDE_TEXT" val="1"/>
  <p:tag name="KSO_WM_UNIT_INDEX" val="1_1_1"/>
  <p:tag name="KSO_WM_UNIT_TYPE" val="l_h_i"/>
</p:tagLst>
</file>

<file path=ppt/tags/tag18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2"/>
  <p:tag name="KSO_WM_UNIT_SUBTYPE" val="d"/>
  <p:tag name="KSO_WM_UNIT_TYPE" val="l_h_i"/>
</p:tagLst>
</file>

<file path=ppt/tags/tag18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19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191.xml><?xml version="1.0" encoding="utf-8"?>
<p:tagLst xmlns:p="http://schemas.openxmlformats.org/presentationml/2006/main">
  <p:tag name="KSO_WM_FIGMA_DECORATION_INDEX" val="14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1"/>
  <p:tag name="KSO_WM_UNIT_TYPE" val="l_h_i"/>
</p:tagLst>
</file>

<file path=ppt/tags/tag19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2"/>
  <p:tag name="KSO_WM_UNIT_SUBTYPE" val="d"/>
  <p:tag name="KSO_WM_UNIT_TYPE" val="l_h_i"/>
</p:tagLst>
</file>

<file path=ppt/tags/tag19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19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195.xml><?xml version="1.0" encoding="utf-8"?>
<p:tagLst xmlns:p="http://schemas.openxmlformats.org/presentationml/2006/main">
  <p:tag name="KSO_WM_FIGMA_DECORATION_INDEX" val="14"/>
  <p:tag name="$PH_EXT" val="2"/>
  <p:tag name="KSO_WM_BEAUTIFY_FLAG" val="#fgm#"/>
  <p:tag name="KSO_WM_DIAGRAM_GROUP_CODE" val="1"/>
  <p:tag name="KSO_WM_FIGMA_FLAG" val="#fgm#"/>
  <p:tag name="KSO_WM_SYNC_SLIDE_TEXT" val="1"/>
  <p:tag name="KSO_WM_UNIT_INDEX" val="1_3_1"/>
  <p:tag name="KSO_WM_UNIT_TYPE" val="l_h_i"/>
</p:tagLst>
</file>

<file path=ppt/tags/tag19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2"/>
  <p:tag name="KSO_WM_UNIT_SUBTYPE" val="d"/>
  <p:tag name="KSO_WM_UNIT_TYPE" val="l_h_i"/>
</p:tagLst>
</file>

<file path=ppt/tags/tag19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19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199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80830"/>
  <p:tag name="KSO_WM_TEMPLATE_CATEGORY" val="custom"/>
</p:tagLst>
</file>

<file path=ppt/tags/tag200.xml><?xml version="1.0" encoding="utf-8"?>
<p:tagLst xmlns:p="http://schemas.openxmlformats.org/presentationml/2006/main">
  <p:tag name="KSO_WM_UNIT_TYPE" val="i"/>
  <p:tag name="KSO_WM_UNIT_INDEX" val="1"/>
  <p:tag name="KSO_WM_BEAUTIFY_FLAG" val="#wm#"/>
  <p:tag name="KSO_WM_TAG_VERSION" val="3.0"/>
  <p:tag name="KSO_WM_UNIT_ID" val="_1*i*1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830"/>
</p:tagLst>
</file>

<file path=ppt/tags/tag2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80830"/>
  <p:tag name="KSO_WM_TEMPLATE_CATEGORY" val="custom"/>
</p:tagLst>
</file>

<file path=ppt/tags/tag2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80830"/>
  <p:tag name="KSO_WM_TEMPLATE_CATEGORY" val="custom"/>
</p:tagLst>
</file>

<file path=ppt/tags/tag2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80830"/>
  <p:tag name="KSO_WM_TEMPLATE_CATEGORY" val="custom"/>
</p:tagLst>
</file>

<file path=ppt/tags/tag204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ddd92b407e0287c98f62ece712d9a3e1e510296e"/>
  <p:tag name="KSO_WM_NEWLAYOUT_GROUP_ID" val="layout_65"/>
  <p:tag name="KSO_WM_NEWLAYOUT_ID" val="slide_b42273f4c6601cc7"/>
</p:tagLst>
</file>

<file path=ppt/tags/tag205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d"/>
</p:tagLst>
</file>

<file path=ppt/tags/tag20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20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20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20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210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80830"/>
  <p:tag name="KSO_WM_TEMPLATE_CATEGORY" val="custom"/>
</p:tagLst>
</file>

<file path=ppt/tags/tag211.xml><?xml version="1.0" encoding="utf-8"?>
<p:tagLst xmlns:p="http://schemas.openxmlformats.org/presentationml/2006/main">
  <p:tag name="KSO_WM_UNIT_TYPE" val="i"/>
  <p:tag name="KSO_WM_UNIT_INDEX" val="1"/>
  <p:tag name="KSO_WM_BEAUTIFY_FLAG" val="#wm#"/>
  <p:tag name="KSO_WM_TAG_VERSION" val="3.0"/>
  <p:tag name="KSO_WM_UNIT_ID" val="_1*i*1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830"/>
</p:tagLst>
</file>

<file path=ppt/tags/tag2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80830"/>
  <p:tag name="KSO_WM_TEMPLATE_CATEGORY" val="custom"/>
</p:tagLst>
</file>

<file path=ppt/tags/tag2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80830"/>
  <p:tag name="KSO_WM_TEMPLATE_CATEGORY" val="custom"/>
</p:tagLst>
</file>

<file path=ppt/tags/tag2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80830"/>
  <p:tag name="KSO_WM_TEMPLATE_CATEGORY" val="custom"/>
</p:tagLst>
</file>

<file path=ppt/tags/tag215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d891b037590da7b29879d7bf866820341b663212"/>
  <p:tag name="KSO_WM_NEWLAYOUT_GROUP_ID" val="layout_30"/>
  <p:tag name="KSO_WM_NEWLAYOUT_ID" val="slide_7c3e0d6c8bf7a9fe"/>
</p:tagLst>
</file>

<file path=ppt/tags/tag216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d"/>
</p:tagLst>
</file>

<file path=ppt/tags/tag217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1_1"/>
  <p:tag name="KSO_WM_UNIT_TYPE" val="l_h_i"/>
</p:tagLst>
</file>

<file path=ppt/tags/tag21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21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220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1"/>
  <p:tag name="KSO_WM_UNIT_TYPE" val="l_h_i"/>
</p:tagLst>
</file>

<file path=ppt/tags/tag22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22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223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3_1"/>
  <p:tag name="KSO_WM_UNIT_TYPE" val="l_h_i"/>
</p:tagLst>
</file>

<file path=ppt/tags/tag22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22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226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4_1"/>
  <p:tag name="KSO_WM_UNIT_TYPE" val="l_h_i"/>
</p:tagLst>
</file>

<file path=ppt/tags/tag22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a"/>
</p:tagLst>
</file>

<file path=ppt/tags/tag22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f"/>
</p:tagLst>
</file>

<file path=ppt/tags/tag229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80830"/>
  <p:tag name="KSO_WM_TEMPLATE_CATEGORY" val="custom"/>
</p:tagLst>
</file>

<file path=ppt/tags/tag230.xml><?xml version="1.0" encoding="utf-8"?>
<p:tagLst xmlns:p="http://schemas.openxmlformats.org/presentationml/2006/main">
  <p:tag name="KSO_WM_UNIT_TYPE" val="i"/>
  <p:tag name="KSO_WM_UNIT_INDEX" val="1"/>
  <p:tag name="KSO_WM_BEAUTIFY_FLAG" val="#wm#"/>
  <p:tag name="KSO_WM_TAG_VERSION" val="3.0"/>
  <p:tag name="KSO_WM_UNIT_ID" val="_1*i*1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830"/>
</p:tagLst>
</file>

<file path=ppt/tags/tag2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80830"/>
  <p:tag name="KSO_WM_TEMPLATE_CATEGORY" val="custom"/>
</p:tagLst>
</file>

<file path=ppt/tags/tag2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80830"/>
  <p:tag name="KSO_WM_TEMPLATE_CATEGORY" val="custom"/>
</p:tagLst>
</file>

<file path=ppt/tags/tag2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80830"/>
  <p:tag name="KSO_WM_TEMPLATE_CATEGORY" val="custom"/>
</p:tagLst>
</file>

<file path=ppt/tags/tag234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a5b976918d7220146564830797cd58bf48802fe5"/>
  <p:tag name="KSO_WM_NEWLAYOUT_GROUP_ID" val="layout_34"/>
  <p:tag name="KSO_WM_NEWLAYOUT_ID" val="slide_4acdb5d565d7a68b"/>
</p:tagLst>
</file>

<file path=ppt/tags/tag23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d"/>
</p:tagLst>
</file>

<file path=ppt/tags/tag23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23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23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d"/>
</p:tagLst>
</file>

<file path=ppt/tags/tag23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24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24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d"/>
</p:tagLst>
</file>

<file path=ppt/tags/tag24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24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244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80830"/>
  <p:tag name="KSO_WM_TEMPLATE_CATEGORY" val="custom"/>
</p:tagLst>
</file>

<file path=ppt/tags/tag245.xml><?xml version="1.0" encoding="utf-8"?>
<p:tagLst xmlns:p="http://schemas.openxmlformats.org/presentationml/2006/main">
  <p:tag name="KSO_WM_UNIT_TYPE" val="i"/>
  <p:tag name="KSO_WM_UNIT_INDEX" val="1"/>
  <p:tag name="KSO_WM_BEAUTIFY_FLAG" val="#wm#"/>
  <p:tag name="KSO_WM_TAG_VERSION" val="3.0"/>
  <p:tag name="KSO_WM_UNIT_ID" val="_1*i*1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830"/>
</p:tagLst>
</file>

<file path=ppt/tags/tag2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80830"/>
  <p:tag name="KSO_WM_TEMPLATE_CATEGORY" val="custom"/>
</p:tagLst>
</file>

<file path=ppt/tags/tag2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80830"/>
  <p:tag name="KSO_WM_TEMPLATE_CATEGORY" val="custom"/>
</p:tagLst>
</file>

<file path=ppt/tags/tag2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80830"/>
  <p:tag name="KSO_WM_TEMPLATE_CATEGORY" val="custom"/>
</p:tagLst>
</file>

<file path=ppt/tags/tag249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c1c3990e325f03a9cfe6f1569508163069e592af"/>
  <p:tag name="KSO_WM_NEWLAYOUT_GROUP_ID" val="layout_2"/>
  <p:tag name="KSO_WM_NEWLAYOUT_ID" val="slide_c8517edf4852da98"/>
</p:tagLst>
</file>

<file path=ppt/tags/tag250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_1"/>
  <p:tag name="KSO_WM_UNIT_TYPE" val="l_h_i"/>
</p:tagLst>
</file>

<file path=ppt/tags/tag25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d"/>
</p:tagLst>
</file>

<file path=ppt/tags/tag25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25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254.xml><?xml version="1.0" encoding="utf-8"?>
<p:tagLst xmlns:p="http://schemas.openxmlformats.org/presentationml/2006/main">
  <p:tag name="KSO_WM_FIGMA_DECORATION_INDEX" val="17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1"/>
  <p:tag name="KSO_WM_UNIT_TYPE" val="l_h_i"/>
</p:tagLst>
</file>

<file path=ppt/tags/tag25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d"/>
</p:tagLst>
</file>

<file path=ppt/tags/tag25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25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258.xml><?xml version="1.0" encoding="utf-8"?>
<p:tagLst xmlns:p="http://schemas.openxmlformats.org/presentationml/2006/main">
  <p:tag name="KSO_WM_FIGMA_DECORATION_INDEX" val="17"/>
  <p:tag name="$PH_EXT" val="2"/>
  <p:tag name="KSO_WM_BEAUTIFY_FLAG" val="#fgm#"/>
  <p:tag name="KSO_WM_DIAGRAM_GROUP_CODE" val="1"/>
  <p:tag name="KSO_WM_FIGMA_FLAG" val="#fgm#"/>
  <p:tag name="KSO_WM_SYNC_SLIDE_TEXT" val="1"/>
  <p:tag name="KSO_WM_UNIT_INDEX" val="1_3_1"/>
  <p:tag name="KSO_WM_UNIT_TYPE" val="l_h_i"/>
</p:tagLst>
</file>

<file path=ppt/tags/tag25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d"/>
</p:tagLst>
</file>

<file path=ppt/tags/tag26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26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262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4_1"/>
  <p:tag name="KSO_WM_UNIT_TYPE" val="l_h_i"/>
</p:tagLst>
</file>

<file path=ppt/tags/tag26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d"/>
</p:tagLst>
</file>

<file path=ppt/tags/tag26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a"/>
</p:tagLst>
</file>

<file path=ppt/tags/tag26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f"/>
</p:tagLst>
</file>

<file path=ppt/tags/tag266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80830"/>
  <p:tag name="KSO_WM_TEMPLATE_CATEGORY" val="custom"/>
</p:tagLst>
</file>

<file path=ppt/tags/tag267.xml><?xml version="1.0" encoding="utf-8"?>
<p:tagLst xmlns:p="http://schemas.openxmlformats.org/presentationml/2006/main">
  <p:tag name="KSO_WM_UNIT_TYPE" val="i"/>
  <p:tag name="KSO_WM_UNIT_INDEX" val="1"/>
  <p:tag name="KSO_WM_BEAUTIFY_FLAG" val="#wm#"/>
  <p:tag name="KSO_WM_TAG_VERSION" val="3.0"/>
  <p:tag name="KSO_WM_UNIT_ID" val="_1*i*1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830"/>
</p:tagLst>
</file>

<file path=ppt/tags/tag2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80830"/>
  <p:tag name="KSO_WM_TEMPLATE_CATEGORY" val="custom"/>
</p:tagLst>
</file>

<file path=ppt/tags/tag2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80830"/>
  <p:tag name="KSO_WM_TEMPLATE_CATEGORY" val="custom"/>
</p:tagLst>
</file>

<file path=ppt/tags/tag2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80830"/>
  <p:tag name="KSO_WM_TEMPLATE_CATEGORY" val="custom"/>
</p:tagLst>
</file>

<file path=ppt/tags/tag271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fd398829079c3098f8ce53157ee92b09e4b56c54"/>
  <p:tag name="KSO_WM_NEWLAYOUT_GROUP_ID" val="layout_39"/>
  <p:tag name="KSO_WM_NEWLAYOUT_ID" val="slide_865fe7baa74391ac"/>
</p:tagLst>
</file>

<file path=ppt/tags/tag272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_1"/>
  <p:tag name="KSO_WM_UNIT_TYPE" val="l_h_i"/>
</p:tagLst>
</file>

<file path=ppt/tags/tag273.xml><?xml version="1.0" encoding="utf-8"?>
<p:tagLst xmlns:p="http://schemas.openxmlformats.org/presentationml/2006/main">
  <p:tag name="KSO_WM_FIGMA_DECORATION_INDEX" val="1"/>
  <p:tag name="$PH_EXT" val="1"/>
  <p:tag name="KSO_WM_BEAUTIFY_FLAG" val="#fgm#"/>
  <p:tag name="KSO_WM_DIAGRAM_GROUP_CODE" val="1"/>
  <p:tag name="KSO_WM_FIGMA_FLAG" val="#fgm#"/>
  <p:tag name="KSO_WM_UNIT_INDEX" val="1_1_1"/>
  <p:tag name="KSO_WM_UNIT_TYPE" val="l_h_x"/>
</p:tagLst>
</file>

<file path=ppt/tags/tag27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27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276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2_1"/>
  <p:tag name="KSO_WM_UNIT_TYPE" val="l_h_i"/>
</p:tagLst>
</file>

<file path=ppt/tags/tag277.xml><?xml version="1.0" encoding="utf-8"?>
<p:tagLst xmlns:p="http://schemas.openxmlformats.org/presentationml/2006/main">
  <p:tag name="KSO_WM_FIGMA_DECORATION_INDEX" val="2"/>
  <p:tag name="$PH_EXT" val="1"/>
  <p:tag name="KSO_WM_BEAUTIFY_FLAG" val="#fgm#"/>
  <p:tag name="KSO_WM_DIAGRAM_GROUP_CODE" val="1"/>
  <p:tag name="KSO_WM_FIGMA_FLAG" val="#fgm#"/>
  <p:tag name="KSO_WM_UNIT_INDEX" val="1_2_1"/>
  <p:tag name="KSO_WM_UNIT_TYPE" val="l_h_x"/>
</p:tagLst>
</file>

<file path=ppt/tags/tag27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27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280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3_1"/>
  <p:tag name="KSO_WM_UNIT_TYPE" val="l_h_i"/>
</p:tagLst>
</file>

<file path=ppt/tags/tag281.xml><?xml version="1.0" encoding="utf-8"?>
<p:tagLst xmlns:p="http://schemas.openxmlformats.org/presentationml/2006/main">
  <p:tag name="KSO_WM_FIGMA_DECORATION_INDEX" val="3"/>
  <p:tag name="$PH_EXT" val="1"/>
  <p:tag name="KSO_WM_BEAUTIFY_FLAG" val="#fgm#"/>
  <p:tag name="KSO_WM_DIAGRAM_GROUP_CODE" val="1"/>
  <p:tag name="KSO_WM_FIGMA_FLAG" val="#fgm#"/>
  <p:tag name="KSO_WM_UNIT_INDEX" val="1_3_1"/>
  <p:tag name="KSO_WM_UNIT_TYPE" val="l_h_x"/>
</p:tagLst>
</file>

<file path=ppt/tags/tag28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28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284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80830"/>
  <p:tag name="KSO_WM_TEMPLATE_CATEGORY" val="custom"/>
</p:tagLst>
</file>

<file path=ppt/tags/tag285.xml><?xml version="1.0" encoding="utf-8"?>
<p:tagLst xmlns:p="http://schemas.openxmlformats.org/presentationml/2006/main">
  <p:tag name="KSO_WM_UNIT_TYPE" val="i"/>
  <p:tag name="KSO_WM_UNIT_INDEX" val="1"/>
  <p:tag name="KSO_WM_BEAUTIFY_FLAG" val="#wm#"/>
  <p:tag name="KSO_WM_TAG_VERSION" val="3.0"/>
  <p:tag name="KSO_WM_UNIT_ID" val="_1*i*1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830"/>
</p:tagLst>
</file>

<file path=ppt/tags/tag2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80830"/>
  <p:tag name="KSO_WM_TEMPLATE_CATEGORY" val="custom"/>
</p:tagLst>
</file>

<file path=ppt/tags/tag2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80830"/>
  <p:tag name="KSO_WM_TEMPLATE_CATEGORY" val="custom"/>
</p:tagLst>
</file>

<file path=ppt/tags/tag2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80830"/>
  <p:tag name="KSO_WM_TEMPLATE_CATEGORY" val="custom"/>
</p:tagLst>
</file>

<file path=ppt/tags/tag289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01b13b6a85bdb54c8900fe6da7b77933aec36492"/>
  <p:tag name="KSO_WM_NEWLAYOUT_GROUP_ID" val="layout_27"/>
  <p:tag name="KSO_WM_NEWLAYOUT_ID" val="slide_68c7e1d569ee91b3"/>
</p:tagLst>
</file>

<file path=ppt/tags/tag290.xml><?xml version="1.0" encoding="utf-8"?>
<p:tagLst xmlns:p="http://schemas.openxmlformats.org/presentationml/2006/main">
  <p:tag name="KSO_WM_FIGMA_DECORATION_INDEX" val="14"/>
  <p:tag name="$PH_EXT" val="2"/>
  <p:tag name="KSO_WM_BEAUTIFY_FLAG" val="#fgm#"/>
  <p:tag name="KSO_WM_DIAGRAM_GROUP_CODE" val="1"/>
  <p:tag name="KSO_WM_FIGMA_FLAG" val="#fgm#"/>
  <p:tag name="KSO_WM_SYNC_SLIDE_TEXT" val="1"/>
  <p:tag name="KSO_WM_UNIT_INDEX" val="1_1_1"/>
  <p:tag name="KSO_WM_UNIT_TYPE" val="l_h_i"/>
</p:tagLst>
</file>

<file path=ppt/tags/tag29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2"/>
  <p:tag name="KSO_WM_UNIT_SUBTYPE" val="d"/>
  <p:tag name="KSO_WM_UNIT_TYPE" val="l_h_i"/>
</p:tagLst>
</file>

<file path=ppt/tags/tag29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29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294.xml><?xml version="1.0" encoding="utf-8"?>
<p:tagLst xmlns:p="http://schemas.openxmlformats.org/presentationml/2006/main">
  <p:tag name="KSO_WM_FIGMA_DECORATION_INDEX" val="14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1"/>
  <p:tag name="KSO_WM_UNIT_TYPE" val="l_h_i"/>
</p:tagLst>
</file>

<file path=ppt/tags/tag29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2"/>
  <p:tag name="KSO_WM_UNIT_SUBTYPE" val="d"/>
  <p:tag name="KSO_WM_UNIT_TYPE" val="l_h_i"/>
</p:tagLst>
</file>

<file path=ppt/tags/tag29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29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298.xml><?xml version="1.0" encoding="utf-8"?>
<p:tagLst xmlns:p="http://schemas.openxmlformats.org/presentationml/2006/main">
  <p:tag name="KSO_WM_FIGMA_DECORATION_INDEX" val="14"/>
  <p:tag name="$PH_EXT" val="2"/>
  <p:tag name="KSO_WM_BEAUTIFY_FLAG" val="#fgm#"/>
  <p:tag name="KSO_WM_DIAGRAM_GROUP_CODE" val="1"/>
  <p:tag name="KSO_WM_FIGMA_FLAG" val="#fgm#"/>
  <p:tag name="KSO_WM_SYNC_SLIDE_TEXT" val="1"/>
  <p:tag name="KSO_WM_UNIT_INDEX" val="1_3_1"/>
  <p:tag name="KSO_WM_UNIT_TYPE" val="l_h_i"/>
</p:tagLst>
</file>

<file path=ppt/tags/tag29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2"/>
  <p:tag name="KSO_WM_UNIT_SUBTYPE" val="d"/>
  <p:tag name="KSO_WM_UNIT_TYPE" val="l_h_i"/>
</p:tagLst>
</file>

<file path=ppt/tags/tag30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30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302.xml><?xml version="1.0" encoding="utf-8"?>
<p:tagLst xmlns:p="http://schemas.openxmlformats.org/presentationml/2006/main">
  <p:tag name="KSO_WM_FIGMA_DECORATION_INDEX" val="14"/>
  <p:tag name="$PH_EXT" val="2"/>
  <p:tag name="KSO_WM_BEAUTIFY_FLAG" val="#fgm#"/>
  <p:tag name="KSO_WM_DIAGRAM_GROUP_CODE" val="1"/>
  <p:tag name="KSO_WM_FIGMA_FLAG" val="#fgm#"/>
  <p:tag name="KSO_WM_SYNC_SLIDE_TEXT" val="1"/>
  <p:tag name="KSO_WM_UNIT_INDEX" val="1_4_1"/>
  <p:tag name="KSO_WM_UNIT_TYPE" val="l_h_i"/>
</p:tagLst>
</file>

<file path=ppt/tags/tag30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2"/>
  <p:tag name="KSO_WM_UNIT_SUBTYPE" val="d"/>
  <p:tag name="KSO_WM_UNIT_TYPE" val="l_h_i"/>
</p:tagLst>
</file>

<file path=ppt/tags/tag30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a"/>
</p:tagLst>
</file>

<file path=ppt/tags/tag30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f"/>
</p:tagLst>
</file>

<file path=ppt/tags/tag306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80830"/>
  <p:tag name="KSO_WM_TEMPLATE_CATEGORY" val="custom"/>
</p:tagLst>
</file>

<file path=ppt/tags/tag307.xml><?xml version="1.0" encoding="utf-8"?>
<p:tagLst xmlns:p="http://schemas.openxmlformats.org/presentationml/2006/main">
  <p:tag name="KSO_WM_UNIT_TYPE" val="i"/>
  <p:tag name="KSO_WM_UNIT_INDEX" val="1"/>
  <p:tag name="KSO_WM_BEAUTIFY_FLAG" val="#wm#"/>
  <p:tag name="KSO_WM_TAG_VERSION" val="3.0"/>
  <p:tag name="KSO_WM_UNIT_ID" val="_1*i*1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830"/>
</p:tagLst>
</file>

<file path=ppt/tags/tag3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80830"/>
  <p:tag name="KSO_WM_TEMPLATE_CATEGORY" val="custom"/>
</p:tagLst>
</file>

<file path=ppt/tags/tag3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80830"/>
  <p:tag name="KSO_WM_TEMPLATE_CATEGORY" val="custom"/>
</p:tagLst>
</file>

<file path=ppt/tags/tag3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80830"/>
  <p:tag name="KSO_WM_TEMPLATE_CATEGORY" val="custom"/>
</p:tagLst>
</file>

<file path=ppt/tags/tag311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7b0d006e15fda2ba12b420f47306befb0e0f9045"/>
  <p:tag name="KSO_WM_NEWLAYOUT_GROUP_ID" val="layout_51"/>
  <p:tag name="KSO_WM_NEWLAYOUT_ID" val="slide_05fa846ee28ead8f"/>
</p:tagLst>
</file>

<file path=ppt/tags/tag312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d"/>
</p:tagLst>
</file>

<file path=ppt/tags/tag31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31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31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31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31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31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319.xml><?xml version="1.0" encoding="utf-8"?>
<p:tagLst xmlns:p="http://schemas.openxmlformats.org/presentationml/2006/main">
  <p:tag name="KSO_WM_UNIT_ID" val="_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80830"/>
  <p:tag name="KSO_WM_TEMPLATE_CATEGORY" val="custom"/>
</p:tagLst>
</file>

<file path=ppt/tags/tag320.xml><?xml version="1.0" encoding="utf-8"?>
<p:tagLst xmlns:p="http://schemas.openxmlformats.org/presentationml/2006/main">
  <p:tag name="KSO_WM_UNIT_TYPE" val="i"/>
  <p:tag name="KSO_WM_UNIT_INDEX" val="1"/>
  <p:tag name="KSO_WM_BEAUTIFY_FLAG" val="#wm#"/>
  <p:tag name="KSO_WM_TAG_VERSION" val="3.0"/>
  <p:tag name="KSO_WM_UNIT_ID" val="_0*i*1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830"/>
</p:tagLst>
</file>

<file path=ppt/tags/tag321.xml><?xml version="1.0" encoding="utf-8"?>
<p:tagLst xmlns:p="http://schemas.openxmlformats.org/presentationml/2006/main">
  <p:tag name="KSO_WM_UNIT_ID" val="_0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830"/>
</p:tagLst>
</file>

<file path=ppt/tags/tag322.xml><?xml version="1.0" encoding="utf-8"?>
<p:tagLst xmlns:p="http://schemas.openxmlformats.org/presentationml/2006/main">
  <p:tag name="KSO_WM_UNIT_ID" val="_0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830"/>
</p:tagLst>
</file>

<file path=ppt/tags/tag323.xml><?xml version="1.0" encoding="utf-8"?>
<p:tagLst xmlns:p="http://schemas.openxmlformats.org/presentationml/2006/main">
  <p:tag name="KSO_WM_UNIT_ID" val="_0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830"/>
</p:tagLst>
</file>

<file path=ppt/tags/tag324.xml><?xml version="1.0" encoding="utf-8"?>
<p:tagLst xmlns:p="http://schemas.openxmlformats.org/presentationml/2006/main">
  <p:tag name="KSO_WM_UNIT_TYPE" val="f"/>
  <p:tag name="KSO_WM_UNIT_INDEX" val="1"/>
  <p:tag name="KSO_WM_UNIT_ID" val="_0*f*1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830"/>
</p:tagLst>
</file>

<file path=ppt/tags/tag325.xml><?xml version="1.0" encoding="utf-8"?>
<p:tagLst xmlns:p="http://schemas.openxmlformats.org/presentationml/2006/main">
  <p:tag name="KSO_WM_UNIT_TYPE" val="a"/>
  <p:tag name="KSO_WM_UNIT_INDEX" val="1"/>
  <p:tag name="KSO_WM_UNIT_ID" val="_0*a*1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830"/>
</p:tagLst>
</file>

<file path=ppt/tags/tag326.xml><?xml version="1.0" encoding="utf-8"?>
<p:tagLst xmlns:p="http://schemas.openxmlformats.org/presentationml/2006/main">
  <p:tag name="KSO_WM_TEMPLATE_SUBCATEGORY" val="29"/>
  <p:tag name="KSO_WM_BEAUTIFY_FLAG" val="#wm#"/>
  <p:tag name="KSO_WM_TEMPLATE_SLIDE_ID" val="slide_d799d37ec7ee1a76"/>
  <p:tag name="KSO_WM_TEMPLATE_THUMBS_INDEX" val="1、9"/>
  <p:tag name="KSO_WM_TEMPLATE_INDEX" val="40480830"/>
  <p:tag name="KSO_WM_TEMPLATE_CATEGORY" val="custom"/>
  <p:tag name="KSO_WM_TEMPLATE_MASTER_TYPE" val="0"/>
  <p:tag name="KSO_WM_TAG_VERSION" val="3.0"/>
</p:tagLst>
</file>

<file path=ppt/tags/tag327.xml><?xml version="1.0" encoding="utf-8"?>
<p:tagLst xmlns:p="http://schemas.openxmlformats.org/presentationml/2006/main">
  <p:tag name="KSO_WM_AITEMPLATE_STYLE_ID" val="69796635576"/>
</p:tagLst>
</file>

<file path=ppt/tags/tag328.xml><?xml version="1.0" encoding="utf-8"?>
<p:tagLst xmlns:p="http://schemas.openxmlformats.org/presentationml/2006/main">
  <p:tag name="KSO_WM_UNIT_TYPE" val="f"/>
  <p:tag name="KSO_WM_BEAUTIFY_FLAG" val="#wm#"/>
  <p:tag name="KSO_WM_FIGMA_FLAG" val="#fgm#"/>
  <p:tag name="KSO_WM_UNIT_INDEX" val="1"/>
  <p:tag name="KSO_WM_UNIT_SUBTYPE" val="c"/>
  <p:tag name="KSO_WM_UNIT_TEXT_TYPE" val="1"/>
  <p:tag name="KSO_WM_UNIT_ID" val="_9*f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80830"/>
  <p:tag name="KSO_WM_TEMPLATE_CATEGORY" val="custom"/>
</p:tagLst>
</file>

<file path=ppt/tags/tag329.xml><?xml version="1.0" encoding="utf-8"?>
<p:tagLst xmlns:p="http://schemas.openxmlformats.org/presentationml/2006/main">
  <p:tag name="KSO_WM_UNIT_TYPE" val="a"/>
  <p:tag name="KSO_WM_BEAUTIFY_FLAG" val="#wm#"/>
  <p:tag name="KSO_WM_FIGMA_FLAG" val="#fgm#"/>
  <p:tag name="KSO_WM_UNIT_INDEX" val="1"/>
  <p:tag name="KSO_WM_UNIT_TEXT_TYPE" val="1"/>
  <p:tag name="KSO_WM_LAYOUT_CHECK_HASH" val="8dcc75313fd297ddd73eafb416cb7d147029d0cf"/>
  <p:tag name="KSO_WM_NEWLAYOUT_ID" val="922"/>
  <p:tag name="KSO_WM_UNIT_ID" val="_9*a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80830"/>
  <p:tag name="KSO_WM_TEMPLATE_CATEGORY" val="custom"/>
</p:tagLst>
</file>

<file path=ppt/tags/tag330.xml><?xml version="1.0" encoding="utf-8"?>
<p:tagLst xmlns:p="http://schemas.openxmlformats.org/presentationml/2006/main">
  <p:tag name="KSO_WM_UNIT_HIGHLIGHT" val="0"/>
  <p:tag name="KSO_WM_BEAUTIFY_FLAG" val="#wm#"/>
  <p:tag name="KSO_WM_FIGMA_FLAG" val="#fgm#"/>
  <p:tag name="KSO_WM_UNIT_INDEX" val="2"/>
  <p:tag name="KSO_WM_UNIT_SUBTYPE" val="b"/>
  <p:tag name="KSO_WM_UNIT_TEXT_TYPE" val="1"/>
  <p:tag name="KSO_WM_UNIT_TYPE" val="f"/>
  <p:tag name="KSO_WM_UNIT_ID" val="_9*f*2"/>
  <p:tag name="KSO_WM_TAG_VERSION" val="3.0"/>
  <p:tag name="KSO_WM_UNIT_ISNUMDGMTITLE" val="0"/>
  <p:tag name="KSO_WM_UNIT_NOCLEAR" val="0"/>
  <p:tag name="KSO_WM_UNIT_COMPATIBLE" val="0"/>
  <p:tag name="KSO_WM_UNIT_DIAGRAM_ISNUMVISUAL" val="0"/>
  <p:tag name="KSO_WM_UNIT_DIAGRAM_ISREFERUNIT" val="0"/>
  <p:tag name="KSO_WM_UNIT_LAYERLEVEL" val="1"/>
  <p:tag name="KSO_WM_TEMPLATE_INDEX" val="40480830"/>
  <p:tag name="KSO_WM_TEMPLATE_CATEGORY" val="custom"/>
</p:tagLst>
</file>

<file path=ppt/tags/tag331.xml><?xml version="1.0" encoding="utf-8"?>
<p:tagLst xmlns:p="http://schemas.openxmlformats.org/presentationml/2006/main">
  <p:tag name="KSO_WM_BEAUTIFY_FLAG" val="#wm#"/>
  <p:tag name="KSO_WM_SLIDE_HAS_MASK" val="0"/>
  <p:tag name="KSO_WM_SLIDE_ID" val="custom40480830_1"/>
  <p:tag name="KSO_WM_SLIDE_INDEX" val="1"/>
  <p:tag name="KSO_WM_SLIDE_ITEM_CNT" val="0"/>
  <p:tag name="KSO_WM_SLIDE_LAYOUT" val="a_f"/>
  <p:tag name="KSO_WM_SLIDE_LAYOUT_CNT" val="1_2"/>
  <p:tag name="KSO_WM_SLIDE_TYPE" val="title"/>
  <p:tag name="KSO_WM_TAG_VERSION" val="3.0"/>
  <p:tag name="KSO_WM_TEMPLATE_CATEGORY" val="custom"/>
  <p:tag name="KSO_WM_TEMPLATE_INDEX" val="40480830"/>
  <p:tag name="KSO_WM_TEMPLATE_MASTER_TYPE" val="0"/>
  <p:tag name="KSO_WM_TEMPLATE_SLIDE_ID" val="slide_d799d37ec7ee1a76"/>
  <p:tag name="KSO_WM_TEMPLATE_SUBCATEGORY" val="29"/>
  <p:tag name="KSO_WM_TEMPLATE_THUMBS_INDEX" val="1、9"/>
</p:tagLst>
</file>

<file path=ppt/tags/tag332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EXT_TYPE" val="1"/>
  <p:tag name="KSO_WM_UNIT_TYPE" val="b"/>
</p:tagLst>
</file>

<file path=ppt/tags/tag333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EXT_TYPE" val="1"/>
  <p:tag name="KSO_WM_UNIT_TYPE" val="a"/>
  <p:tag name="KSO_WM_LAYOUT_CHECK_HASH" val="f44ee4feb72074dca4790e85c7e0bccbb7513578"/>
  <p:tag name="KSO_WM_NEWLAYOUT_GROUP_ID" val="layout_1-5"/>
  <p:tag name="KSO_WM_NEWLAYOUT_ID" val="slide_cea45c27deb23863"/>
</p:tagLst>
</file>

<file path=ppt/tags/tag33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SUBTYPE" val="d"/>
  <p:tag name="KSO_WM_UNIT_TYPE" val="l_h_i"/>
  <p:tag name="KSO_WM_UNIT_PRESET_TEXT" val="01"/>
  <p:tag name="KSO_WM_SLIDE_FIGMA_DIAGRAM" val="1"/>
</p:tagLst>
</file>

<file path=ppt/tags/tag335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SYNC_SLIDE_TEXT" val="1"/>
  <p:tag name="KSO_WM_UNIT_INDEX" val="1_1_2"/>
  <p:tag name="KSO_WM_UNIT_TYPE" val="l_h_i"/>
  <p:tag name="KSO_WM_UNIT_PRESET_TEXT" val=" "/>
  <p:tag name="KSO_WM_SLIDE_FIGMA_DIAGRAM" val="1"/>
</p:tagLst>
</file>

<file path=ppt/tags/tag33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  <p:tag name="KSO_WM_UNIT_PRESET_TEXT" val="单击此处添加项标题"/>
  <p:tag name="KSO_WM_SLIDE_FIGMA_DIAGRAM" val="1"/>
</p:tagLst>
</file>

<file path=ppt/tags/tag33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SUBTYPE" val="d"/>
  <p:tag name="KSO_WM_UNIT_TYPE" val="l_h_i"/>
  <p:tag name="KSO_WM_UNIT_PRESET_TEXT" val="03"/>
  <p:tag name="KSO_WM_SLIDE_FIGMA_DIAGRAM" val="1"/>
</p:tagLst>
</file>

<file path=ppt/tags/tag338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SYNC_SLIDE_TEXT" val="1"/>
  <p:tag name="KSO_WM_UNIT_INDEX" val="1_3_2"/>
  <p:tag name="KSO_WM_UNIT_TYPE" val="l_h_i"/>
  <p:tag name="KSO_WM_UNIT_PRESET_TEXT" val=" "/>
  <p:tag name="KSO_WM_SLIDE_FIGMA_DIAGRAM" val="1"/>
</p:tagLst>
</file>

<file path=ppt/tags/tag33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  <p:tag name="KSO_WM_UNIT_PRESET_TEXT" val="单击此处添加项标题"/>
  <p:tag name="KSO_WM_SLIDE_FIGMA_DIAGRAM" val="1"/>
</p:tagLst>
</file>

<file path=ppt/tags/tag34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5_1"/>
  <p:tag name="KSO_WM_UNIT_SUBTYPE" val="d"/>
  <p:tag name="KSO_WM_UNIT_TYPE" val="l_h_i"/>
  <p:tag name="KSO_WM_UNIT_PRESET_TEXT" val="05"/>
  <p:tag name="KSO_WM_SLIDE_FIGMA_DIAGRAM" val="1"/>
</p:tagLst>
</file>

<file path=ppt/tags/tag341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SYNC_SLIDE_TEXT" val="1"/>
  <p:tag name="KSO_WM_UNIT_INDEX" val="1_5_2"/>
  <p:tag name="KSO_WM_UNIT_TYPE" val="l_h_i"/>
  <p:tag name="KSO_WM_UNIT_PRESET_TEXT" val=" "/>
  <p:tag name="KSO_WM_SLIDE_FIGMA_DIAGRAM" val="1"/>
</p:tagLst>
</file>

<file path=ppt/tags/tag34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5_1"/>
  <p:tag name="KSO_WM_UNIT_TYPE" val="l_h_a"/>
  <p:tag name="KSO_WM_UNIT_PRESET_TEXT" val="单击此处添加项标题"/>
  <p:tag name="KSO_WM_SLIDE_FIGMA_DIAGRAM" val="1"/>
</p:tagLst>
</file>

<file path=ppt/tags/tag343.xml><?xml version="1.0" encoding="utf-8"?>
<p:tagLst xmlns:p="http://schemas.openxmlformats.org/presentationml/2006/main">
  <p:tag name="KSO_WM_BEAUTIFY_FLAG" val="#wm#"/>
  <p:tag name="KSO_WM_TEMPLATE_CATEGORY" val="custom"/>
  <p:tag name="KSO_WM_TEMPLATE_INDEX" val="40480830"/>
  <p:tag name="KSO_WM_SLIDE_CONTENT_ORIENTATION" val=""/>
  <p:tag name="KSO_WM_SLIDE_HAS_MASK" val="0"/>
  <p:tag name="KSO_WM_SLIDE_ITEM_CNT" val="5"/>
  <p:tag name="KSO_WM_SLIDE_TYPE" val="contents"/>
  <p:tag name="KSO_WM_TEMPLATE_SUBCATEGORY" val="29"/>
  <p:tag name="KSO_WM_TEMPLATE_FIGMA_ID" val="69796635576"/>
  <p:tag name="KSO_WM_TEMPLATE_SLIDE_ID" val="slide_cea45c27deb23863"/>
</p:tagLst>
</file>

<file path=ppt/tags/tag344.xml><?xml version="1.0" encoding="utf-8"?>
<p:tagLst xmlns:p="http://schemas.openxmlformats.org/presentationml/2006/main">
  <p:tag name="KSO_WM_UNIT_HIGHLIGHT" val="0"/>
  <p:tag name="KSO_WM_BEAUTIFY_FLAG" val="#wm#"/>
  <p:tag name="KSO_WM_FIGMA_FLAG" val="#fgm#"/>
  <p:tag name="KSO_WM_UNIT_INDEX" val="1"/>
  <p:tag name="KSO_WM_UNIT_TEXT_TYPE" val="1"/>
  <p:tag name="KSO_WM_UNIT_TYPE" val="a"/>
  <p:tag name="KSO_WM_LAYOUT_CHECK_HASH" val="ac060618f2b00673027a31c7322186445c8cdbad"/>
  <p:tag name="KSO_WM_NEWLAYOUT_ID" val="928"/>
  <p:tag name="KSO_WM_UNIT_ID" val="_10*a*1"/>
  <p:tag name="KSO_WM_TAG_VERSION" val="3.0"/>
  <p:tag name="KSO_WM_UNIT_ISNUMDGMTITLE" val="0"/>
  <p:tag name="KSO_WM_UNIT_NOCLEAR" val="0"/>
  <p:tag name="KSO_WM_UNIT_COMPATIBLE" val="0"/>
  <p:tag name="KSO_WM_UNIT_DIAGRAM_ISNUMVISUAL" val="0"/>
  <p:tag name="KSO_WM_UNIT_DIAGRAM_ISREFERUNIT" val="0"/>
  <p:tag name="KSO_WM_UNIT_LAYERLEVEL" val="1"/>
  <p:tag name="KSO_WM_TEMPLATE_INDEX" val="40480830"/>
  <p:tag name="KSO_WM_TEMPLATE_CATEGORY" val="custom"/>
</p:tagLst>
</file>

<file path=ppt/tags/tag345.xml><?xml version="1.0" encoding="utf-8"?>
<p:tagLst xmlns:p="http://schemas.openxmlformats.org/presentationml/2006/main">
  <p:tag name="KSO_WM_UNIT_HIGHLIGHT" val="0"/>
  <p:tag name="KSO_WM_BEAUTIFY_FLAG" val="#wm#"/>
  <p:tag name="KSO_WM_FIGMA_FLAG" val="#fgm#"/>
  <p:tag name="KSO_WM_UNIT_INDEX" val="1"/>
  <p:tag name="KSO_WM_UNIT_TYPE" val="e"/>
  <p:tag name="KSO_WM_UNIT_ID" val="_10*e*1"/>
  <p:tag name="KSO_WM_TAG_VERSION" val="3.0"/>
  <p:tag name="KSO_WM_UNIT_ISNUMDGMTITLE" val="0"/>
  <p:tag name="KSO_WM_UNIT_NOCLEAR" val="0"/>
  <p:tag name="KSO_WM_UNIT_COMPATIBLE" val="0"/>
  <p:tag name="KSO_WM_UNIT_DIAGRAM_ISNUMVISUAL" val="0"/>
  <p:tag name="KSO_WM_UNIT_DIAGRAM_ISREFERUNIT" val="0"/>
  <p:tag name="KSO_WM_UNIT_LAYERLEVEL" val="1"/>
  <p:tag name="KSO_WM_TEMPLATE_INDEX" val="40480830"/>
  <p:tag name="KSO_WM_TEMPLATE_CATEGORY" val="custom"/>
</p:tagLst>
</file>

<file path=ppt/tags/tag346.xml><?xml version="1.0" encoding="utf-8"?>
<p:tagLst xmlns:p="http://schemas.openxmlformats.org/presentationml/2006/main">
  <p:tag name="KSO_WM_BEAUTIFY_FLAG" val="#wm#"/>
  <p:tag name="KSO_WM_TEMPLATE_CATEGORY" val="custom"/>
  <p:tag name="KSO_WM_TEMPLATE_INDEX" val="40480830"/>
  <p:tag name="KSO_WM_SLIDE_HAS_MASK" val="0"/>
  <p:tag name="KSO_WM_SLIDE_ID" val="custom40480830_7"/>
  <p:tag name="KSO_WM_SLIDE_INDEX" val="3"/>
  <p:tag name="KSO_WM_SLIDE_ITEM_CNT" val="0"/>
  <p:tag name="KSO_WM_SLIDE_LAYOUT" val="a_e"/>
  <p:tag name="KSO_WM_SLIDE_LAYOUT_CNT" val="1_1"/>
  <p:tag name="KSO_WM_SLIDE_TYPE" val="sectionTitle"/>
  <p:tag name="KSO_WM_TAG_VERSION" val="3.0"/>
  <p:tag name="KSO_WM_TEMPLATE_MASTER_TYPE" val="0"/>
  <p:tag name="KSO_WM_TEMPLATE_SLIDE_ID" val="slide_0e3ab8503af4c08e"/>
  <p:tag name="KSO_WM_TEMPLATE_SUBCATEGORY" val="29"/>
</p:tagLst>
</file>

<file path=ppt/tags/tag347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72d645a8a6cf389a131a1778e8e943a705bf642b"/>
  <p:tag name="KSO_WM_NEWLAYOUT_GROUP_ID" val="layout_61"/>
  <p:tag name="KSO_WM_NEWLAYOUT_ID" val="slide_3e6e0ca453114647"/>
  <p:tag name="KSO_WM_UNIT_PRESET_TEXT" val="单击此处添加标题"/>
</p:tagLst>
</file>

<file path=ppt/tags/tag348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d"/>
  <p:tag name="MH_PIC_SOURCE_TYPE" val="generate_slide_ai*{&quot;ai_type&quot;:&quot;generate_ppt&quot;,&quot;id&quot;:&quot;VCG41N153571833&quot;}*auto_galley_ai_*1763103875255_26.1_a7f9e4d7c65e-slide-4"/>
</p:tagLst>
</file>

<file path=ppt/tags/tag349.xml><?xml version="1.0" encoding="utf-8"?>
<p:tagLst xmlns:p="http://schemas.openxmlformats.org/presentationml/2006/main">
  <p:tag name="KSO_WM_FIGMA_DECORATION_INDEX" val="17_contentModel"/>
  <p:tag name="$PH_EXT" val="2"/>
  <p:tag name="KSO_WM_BEAUTIFY_FLAG" val="#fgm#"/>
  <p:tag name="KSO_WM_FIGMA_FLAG" val="#fgm#"/>
  <p:tag name="KSO_WM_SYNC_SLIDE_TEXT" val="1"/>
  <p:tag name="KSO_WM_UNIT_INDEX" val="1_1"/>
  <p:tag name="KSO_WM_UNIT_TYPE" val="l_i"/>
  <p:tag name="KSO_WM_UNIT_PRESET_TEXT" val=" "/>
</p:tagLst>
</file>

<file path=ppt/tags/tag35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  <p:tag name="KSO_WM_UNIT_PRESET_TEXT" val="单击此处添加项标题"/>
</p:tagLst>
</file>

<file path=ppt/tags/tag35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  <p:tag name="KSO_WM_UNIT_PRESET_TEXT" val="单击此处添加项正文"/>
</p:tagLst>
</file>

<file path=ppt/tags/tag35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  <p:tag name="KSO_WM_UNIT_PRESET_TEXT" val="单击此处添加项标题"/>
</p:tagLst>
</file>

<file path=ppt/tags/tag35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  <p:tag name="KSO_WM_UNIT_PRESET_TEXT" val="单击此处添加项正文"/>
</p:tagLst>
</file>

<file path=ppt/tags/tag35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  <p:tag name="KSO_WM_UNIT_PRESET_TEXT" val="单击此处添加项标题"/>
</p:tagLst>
</file>

<file path=ppt/tags/tag35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  <p:tag name="KSO_WM_UNIT_PRESET_TEXT" val="单击此处添加项正文"/>
</p:tagLst>
</file>

<file path=ppt/tags/tag356.xml><?xml version="1.0" encoding="utf-8"?>
<p:tagLst xmlns:p="http://schemas.openxmlformats.org/presentationml/2006/main">
  <p:tag name="KSO_WM_BEAUTIFY_FLAG" val="#wm#"/>
  <p:tag name="KSO_WM_TEMPLATE_CATEGORY" val="custom"/>
  <p:tag name="KSO_WM_TEMPLATE_INDEX" val="40480830"/>
  <p:tag name="KSO_WM_SLIDE_CONTENT_ORIENTATION" val=""/>
  <p:tag name="KSO_WM_SLIDE_HAS_MASK" val="0"/>
  <p:tag name="KSO_WM_SLIDE_ITEM_CNT" val="3"/>
  <p:tag name="KSO_WM_SLIDE_TYPE" val="text"/>
  <p:tag name="KSO_WM_TEMPLATE_SUBCATEGORY" val="29"/>
  <p:tag name="KSO_WM_TEMPLATE_FIGMA_ID" val="69796635576"/>
  <p:tag name="KSO_WM_TEMPLATE_SLIDE_ID" val="slide_3e6e0ca453114647"/>
</p:tagLst>
</file>

<file path=ppt/tags/tag357.xml><?xml version="1.0" encoding="utf-8"?>
<p:tagLst xmlns:p="http://schemas.openxmlformats.org/presentationml/2006/main">
  <p:tag name="KSO_WM_UNIT_HIGHLIGHT" val="0"/>
  <p:tag name="KSO_WM_BEAUTIFY_FLAG" val="#wm#"/>
  <p:tag name="KSO_WM_FIGMA_FLAG" val="#fgm#"/>
  <p:tag name="KSO_WM_UNIT_INDEX" val="1"/>
  <p:tag name="KSO_WM_UNIT_TEXT_TYPE" val="1"/>
  <p:tag name="KSO_WM_UNIT_TYPE" val="a"/>
  <p:tag name="KSO_WM_LAYOUT_CHECK_HASH" val="ac060618f2b00673027a31c7322186445c8cdbad"/>
  <p:tag name="KSO_WM_NEWLAYOUT_ID" val="928"/>
  <p:tag name="KSO_WM_UNIT_ID" val="_10*a*1"/>
  <p:tag name="KSO_WM_TAG_VERSION" val="3.0"/>
  <p:tag name="KSO_WM_UNIT_ISNUMDGMTITLE" val="0"/>
  <p:tag name="KSO_WM_UNIT_NOCLEAR" val="0"/>
  <p:tag name="KSO_WM_UNIT_COMPATIBLE" val="0"/>
  <p:tag name="KSO_WM_UNIT_DIAGRAM_ISNUMVISUAL" val="0"/>
  <p:tag name="KSO_WM_UNIT_DIAGRAM_ISREFERUNIT" val="0"/>
  <p:tag name="KSO_WM_UNIT_LAYERLEVEL" val="1"/>
  <p:tag name="KSO_WM_TEMPLATE_INDEX" val="40480830"/>
  <p:tag name="KSO_WM_TEMPLATE_CATEGORY" val="custom"/>
</p:tagLst>
</file>

<file path=ppt/tags/tag358.xml><?xml version="1.0" encoding="utf-8"?>
<p:tagLst xmlns:p="http://schemas.openxmlformats.org/presentationml/2006/main">
  <p:tag name="KSO_WM_UNIT_HIGHLIGHT" val="0"/>
  <p:tag name="KSO_WM_BEAUTIFY_FLAG" val="#wm#"/>
  <p:tag name="KSO_WM_FIGMA_FLAG" val="#fgm#"/>
  <p:tag name="KSO_WM_UNIT_INDEX" val="1"/>
  <p:tag name="KSO_WM_UNIT_TYPE" val="e"/>
  <p:tag name="KSO_WM_UNIT_ID" val="_10*e*1"/>
  <p:tag name="KSO_WM_TAG_VERSION" val="3.0"/>
  <p:tag name="KSO_WM_UNIT_ISNUMDGMTITLE" val="0"/>
  <p:tag name="KSO_WM_UNIT_NOCLEAR" val="0"/>
  <p:tag name="KSO_WM_UNIT_COMPATIBLE" val="0"/>
  <p:tag name="KSO_WM_UNIT_DIAGRAM_ISNUMVISUAL" val="0"/>
  <p:tag name="KSO_WM_UNIT_DIAGRAM_ISREFERUNIT" val="0"/>
  <p:tag name="KSO_WM_UNIT_LAYERLEVEL" val="1"/>
  <p:tag name="KSO_WM_TEMPLATE_INDEX" val="40480830"/>
  <p:tag name="KSO_WM_TEMPLATE_CATEGORY" val="custom"/>
</p:tagLst>
</file>

<file path=ppt/tags/tag359.xml><?xml version="1.0" encoding="utf-8"?>
<p:tagLst xmlns:p="http://schemas.openxmlformats.org/presentationml/2006/main">
  <p:tag name="KSO_WM_BEAUTIFY_FLAG" val="#wm#"/>
  <p:tag name="KSO_WM_TEMPLATE_CATEGORY" val="custom"/>
  <p:tag name="KSO_WM_TEMPLATE_INDEX" val="40480830"/>
  <p:tag name="KSO_WM_SLIDE_HAS_MASK" val="0"/>
  <p:tag name="KSO_WM_SLIDE_ID" val="custom40480830_7"/>
  <p:tag name="KSO_WM_SLIDE_INDEX" val="3"/>
  <p:tag name="KSO_WM_SLIDE_ITEM_CNT" val="0"/>
  <p:tag name="KSO_WM_SLIDE_LAYOUT" val="a_e"/>
  <p:tag name="KSO_WM_SLIDE_LAYOUT_CNT" val="1_1"/>
  <p:tag name="KSO_WM_SLIDE_TYPE" val="sectionTitle"/>
  <p:tag name="KSO_WM_TAG_VERSION" val="3.0"/>
  <p:tag name="KSO_WM_TEMPLATE_MASTER_TYPE" val="0"/>
  <p:tag name="KSO_WM_TEMPLATE_SLIDE_ID" val="slide_0e3ab8503af4c08e"/>
  <p:tag name="KSO_WM_TEMPLATE_SUBCATEGORY" val="29"/>
</p:tagLst>
</file>

<file path=ppt/tags/tag360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a5b976918d7220146564830797cd58bf48802fe5"/>
  <p:tag name="KSO_WM_NEWLAYOUT_GROUP_ID" val="layout_34"/>
  <p:tag name="KSO_WM_NEWLAYOUT_ID" val="slide_4acdb5d565d7a68b"/>
  <p:tag name="KSO_WM_UNIT_PRESET_TEXT" val="单击此处添加标题"/>
</p:tagLst>
</file>

<file path=ppt/tags/tag361.xml><?xml version="1.0" encoding="utf-8"?>
<p:tagLst xmlns:p="http://schemas.openxmlformats.org/presentationml/2006/main">
  <p:tag name="KSO_WM_BEAUTIFY_FLAG" val="#wm#"/>
  <p:tag name="KSO_WM_TEMPLATE_CATEGORY" val="custom"/>
  <p:tag name="KSO_WM_TEMPLATE_INDEX" val="40480830"/>
  <p:tag name="KSO_WM_SLIDE_CONTENT_ORIENTATION" val=""/>
  <p:tag name="KSO_WM_SLIDE_HAS_MASK" val="0"/>
  <p:tag name="KSO_WM_SLIDE_ITEM_CNT" val="3"/>
  <p:tag name="KSO_WM_SLIDE_TYPE" val="text"/>
  <p:tag name="KSO_WM_TEMPLATE_SUBCATEGORY" val="29"/>
  <p:tag name="KSO_WM_TEMPLATE_FIGMA_ID" val="69796635576"/>
  <p:tag name="KSO_WM_TEMPLATE_SLIDE_ID" val="slide_4acdb5d565d7a68b"/>
</p:tagLst>
</file>

<file path=ppt/tags/tag362.xml><?xml version="1.0" encoding="utf-8"?>
<p:tagLst xmlns:p="http://schemas.openxmlformats.org/presentationml/2006/main">
  <p:tag name="KSO_WM_BEAUTIFY_FLAG" val="#wm#"/>
  <p:tag name="KSO_WM_FIGMA_FLAG" val="#fgm#"/>
  <p:tag name="KSO_WM_UNIT_INDEX" val="1"/>
  <p:tag name="KSO_WM_UNIT_TEXT_TYPE" val="1"/>
  <p:tag name="KSO_WM_UNIT_TYPE" val="b"/>
  <p:tag name="KSO_WM_UNIT_ID" val="_11*b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80830"/>
  <p:tag name="KSO_WM_TEMPLATE_CATEGORY" val="custom"/>
</p:tagLst>
</file>

<file path=ppt/tags/tag363.xml><?xml version="1.0" encoding="utf-8"?>
<p:tagLst xmlns:p="http://schemas.openxmlformats.org/presentationml/2006/main">
  <p:tag name="KSO_WM_UNIT_TYPE" val="a"/>
  <p:tag name="KSO_WM_BEAUTIFY_FLAG" val="#wm#"/>
  <p:tag name="KSO_WM_FIGMA_FLAG" val="#fgm#"/>
  <p:tag name="KSO_WM_UNIT_INDEX" val="1"/>
  <p:tag name="KSO_WM_UNIT_TEXT_TYPE" val="1"/>
  <p:tag name="KSO_WM_LAYOUT_CHECK_HASH" val="325b837819ea9cfc96872a8bc701cab75cafe65a"/>
  <p:tag name="KSO_WM_NEWLAYOUT_ID" val="934"/>
  <p:tag name="KSO_WM_UNIT_ID" val="_11*a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80830"/>
  <p:tag name="KSO_WM_TEMPLATE_CATEGORY" val="custom"/>
</p:tagLst>
</file>

<file path=ppt/tags/tag364.xml><?xml version="1.0" encoding="utf-8"?>
<p:tagLst xmlns:p="http://schemas.openxmlformats.org/presentationml/2006/main">
  <p:tag name="KSO_WM_BEAUTIFY_FLAG" val="#wm#"/>
  <p:tag name="KSO_WM_TEMPLATE_CATEGORY" val="custom"/>
  <p:tag name="KSO_WM_TEMPLATE_INDEX" val="40480830"/>
  <p:tag name="KSO_WM_SLIDE_HAS_MASK" val="0"/>
  <p:tag name="KSO_WM_SLIDE_ID" val="custom40480830_9"/>
  <p:tag name="KSO_WM_SLIDE_INDEX" val="5"/>
  <p:tag name="KSO_WM_SLIDE_ITEM_CNT" val="0"/>
  <p:tag name="KSO_WM_SLIDE_LAYOUT" val="a_b"/>
  <p:tag name="KSO_WM_SLIDE_LAYOUT_CNT" val="1_1"/>
  <p:tag name="KSO_WM_SLIDE_TYPE" val="endPage"/>
  <p:tag name="KSO_WM_TAG_VERSION" val="3.0"/>
  <p:tag name="KSO_WM_TEMPLATE_MASTER_TYPE" val="0"/>
  <p:tag name="KSO_WM_TEMPLATE_SLIDE_ID" val="slide_06be46c9219ad451"/>
  <p:tag name="KSO_WM_TEMPLATE_SUBCATEGORY" val="29"/>
</p:tagLst>
</file>

<file path=ppt/tags/tag365.xml><?xml version="1.0" encoding="utf-8"?>
<p:tagLst xmlns:p="http://schemas.openxmlformats.org/presentationml/2006/main">
  <p:tag name="KSO_WM_PRESENTATION_SOURCE" val="WPPAIGeneratePPT"/>
</p:tagLst>
</file>

<file path=ppt/theme/theme1.xml><?xml version="1.0" encoding="utf-8"?>
<a:theme xmlns:a="http://schemas.openxmlformats.org/drawingml/2006/main" name="Office 主题">
  <a:themeElements>
    <a:clrScheme name="自定义 261">
      <a:dk1>
        <a:srgbClr val="000000"/>
      </a:dk1>
      <a:lt1>
        <a:srgbClr val="FFFFFF"/>
      </a:lt1>
      <a:dk2>
        <a:srgbClr val="041D4B"/>
      </a:dk2>
      <a:lt2>
        <a:srgbClr val="F6F9FF"/>
      </a:lt2>
      <a:accent1>
        <a:srgbClr val="0044F2"/>
      </a:accent1>
      <a:accent2>
        <a:srgbClr val="2690EC"/>
      </a:accent2>
      <a:accent3>
        <a:srgbClr val="13A6E5"/>
      </a:accent3>
      <a:accent4>
        <a:srgbClr val="00BDDE"/>
      </a:accent4>
      <a:accent5>
        <a:srgbClr val="24D3BA"/>
      </a:accent5>
      <a:accent6>
        <a:srgbClr val="55DD95"/>
      </a:accent6>
      <a:hlink>
        <a:srgbClr val="0563C1"/>
      </a:hlink>
      <a:folHlink>
        <a:srgbClr val="954D72"/>
      </a:folHlink>
    </a:clrScheme>
    <a:fontScheme name="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微软雅黑"/>
        <a:ea typeface=""/>
        <a:cs typeface=""/>
        <a:font script="Jpan" typeface="游ゴシック Light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微软雅黑"/>
        <a:ea typeface=""/>
        <a:cs typeface=""/>
        <a:font script="Jpan" typeface="游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303</Words>
  <Application>WPS 演示</Application>
  <PresentationFormat>宽屏</PresentationFormat>
  <Paragraphs>107</Paragraphs>
  <Slides>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6" baseType="lpstr">
      <vt:lpstr>Arial</vt:lpstr>
      <vt:lpstr>宋体</vt:lpstr>
      <vt:lpstr>Wingdings</vt:lpstr>
      <vt:lpstr>MiSans Medium</vt:lpstr>
      <vt:lpstr>MiSans Heavy</vt:lpstr>
      <vt:lpstr>Arial Black</vt:lpstr>
      <vt:lpstr>微软雅黑</vt:lpstr>
      <vt:lpstr>Arial Unicode MS</vt:lpstr>
      <vt:lpstr>Office 主题</vt:lpstr>
      <vt:lpstr>销售月报</vt:lpstr>
      <vt:lpstr>目录</vt:lpstr>
      <vt:lpstr>本月销售总体情况</vt:lpstr>
      <vt:lpstr>销售金额汇总</vt:lpstr>
      <vt:lpstr>销售团队业绩</vt:lpstr>
      <vt:lpstr>销售个人目标完成率</vt:lpstr>
      <vt:lpstr>谢谢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Song</cp:lastModifiedBy>
  <cp:revision>11</cp:revision>
  <dcterms:created xsi:type="dcterms:W3CDTF">2023-07-11T07:43:00Z</dcterms:created>
  <dcterms:modified xsi:type="dcterms:W3CDTF">2025-11-18T04:27:19Z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2052-12.1.0.23542</vt:lpwstr>
  </property>
  <property fmtid="{D5CDD505-2E9C-101B-9397-08002B2CF9AE}" pid="3" name="ICV">
    <vt:lpwstr>0211EDC8AB6B499FACEA705DD43B3C1C_13</vt:lpwstr>
  </property>
  <property fmtid="{D5CDD505-2E9C-101B-9397-08002B2CF9AE}" pid="4" name="KSOTemplateUUID">
    <vt:lpwstr>v1.0_ai_69796635576</vt:lpwstr>
  </property>
</Properties>
</file>